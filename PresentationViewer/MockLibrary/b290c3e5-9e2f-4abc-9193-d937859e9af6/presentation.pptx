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760c3ebb2e4435" /><Relationship Type="http://schemas.openxmlformats.org/officeDocument/2006/relationships/extended-properties" Target="/docProps/app.xml" Id="R4fa8e7c7ea594d5e" /><Relationship Type="http://schemas.openxmlformats.org/officeDocument/2006/relationships/officeDocument" Target="/ppt/presentation.xml" Id="R36733b963b6d4b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3ff89cfb754b65"/>
  </p:sldMasterIdLst>
  <p:notesMasterIdLst>
    <p:notesMasterId xmlns:r="http://schemas.openxmlformats.org/officeDocument/2006/relationships" r:id="R305599bba48d4677"/>
  </p:notesMasterIdLst>
  <p:sldIdLst>
    <p:sldId xmlns:r="http://schemas.openxmlformats.org/officeDocument/2006/relationships" id="256" r:id="R491fab78991d4ba9"/>
    <p:sldId xmlns:r="http://schemas.openxmlformats.org/officeDocument/2006/relationships" id="257" r:id="Rc489755f4d344fb2"/>
    <p:sldId xmlns:r="http://schemas.openxmlformats.org/officeDocument/2006/relationships" id="258" r:id="Rdab51bf8f9f74c30"/>
    <p:sldId xmlns:r="http://schemas.openxmlformats.org/officeDocument/2006/relationships" id="259" r:id="R9353e5b03c204770"/>
    <p:sldId xmlns:r="http://schemas.openxmlformats.org/officeDocument/2006/relationships" id="260" r:id="R760aab9f881a47ae"/>
    <p:sldId xmlns:r="http://schemas.openxmlformats.org/officeDocument/2006/relationships" id="261" r:id="Rf2975756bec7455d"/>
    <p:sldId xmlns:r="http://schemas.openxmlformats.org/officeDocument/2006/relationships" id="262" r:id="Rb5c73fe087b7488d"/>
    <p:sldId xmlns:r="http://schemas.openxmlformats.org/officeDocument/2006/relationships" id="263" r:id="R88c788c4dfc446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d64f86d9414584" /><Relationship Type="http://schemas.openxmlformats.org/officeDocument/2006/relationships/slideMaster" Target="/ppt/slideMasters/slideMaster1.xml" Id="R443ff89cfb754b65" /><Relationship Type="http://schemas.openxmlformats.org/officeDocument/2006/relationships/notesMaster" Target="/ppt/notesMasters/notesMaster1.xml" Id="R305599bba48d4677" /><Relationship Type="http://schemas.openxmlformats.org/officeDocument/2006/relationships/presProps" Target="/ppt/presProps.xml" Id="R2bfa2ef7fa5e4e0b" /><Relationship Type="http://schemas.openxmlformats.org/officeDocument/2006/relationships/tableStyles" Target="/ppt/tableStyles.xml" Id="Rd064ea5d33b24b3d" /><Relationship Type="http://schemas.openxmlformats.org/officeDocument/2006/relationships/slide" Target="/ppt/slides/slide1.xml" Id="R491fab78991d4ba9" /><Relationship Type="http://schemas.openxmlformats.org/officeDocument/2006/relationships/slide" Target="/ppt/slides/slide2.xml" Id="Rc489755f4d344fb2" /><Relationship Type="http://schemas.openxmlformats.org/officeDocument/2006/relationships/slide" Target="/ppt/slides/slide3.xml" Id="Rdab51bf8f9f74c30" /><Relationship Type="http://schemas.openxmlformats.org/officeDocument/2006/relationships/slide" Target="/ppt/slides/slide4.xml" Id="R9353e5b03c204770" /><Relationship Type="http://schemas.openxmlformats.org/officeDocument/2006/relationships/slide" Target="/ppt/slides/slide5.xml" Id="R760aab9f881a47ae" /><Relationship Type="http://schemas.openxmlformats.org/officeDocument/2006/relationships/slide" Target="/ppt/slides/slide6.xml" Id="Rf2975756bec7455d" /><Relationship Type="http://schemas.openxmlformats.org/officeDocument/2006/relationships/slide" Target="/ppt/slides/slide7.xml" Id="Rb5c73fe087b7488d" /><Relationship Type="http://schemas.openxmlformats.org/officeDocument/2006/relationships/slide" Target="/ppt/slides/slide8.xml" Id="R88c788c4dfc446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a248dd9360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54d43152d54d21" /><Relationship Type="http://schemas.openxmlformats.org/officeDocument/2006/relationships/notesMaster" Target="/ppt/notesMasters/notesMaster1.xml" Id="R53c35452f2f44c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28c41e5294d3e" /><Relationship Type="http://schemas.openxmlformats.org/officeDocument/2006/relationships/notesMaster" Target="/ppt/notesMasters/notesMaster1.xml" Id="R470834b036784c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16d4a86fd3465a" /><Relationship Type="http://schemas.openxmlformats.org/officeDocument/2006/relationships/notesMaster" Target="/ppt/notesMasters/notesMaster1.xml" Id="Re62f52bb58e647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72511393fc49a6" /><Relationship Type="http://schemas.openxmlformats.org/officeDocument/2006/relationships/notesMaster" Target="/ppt/notesMasters/notesMaster1.xml" Id="R09ac66e040244c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09eb28a00f4602" /><Relationship Type="http://schemas.openxmlformats.org/officeDocument/2006/relationships/notesMaster" Target="/ppt/notesMasters/notesMaster1.xml" Id="Re0e0ae37922e4d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70756f7dab46f7" /><Relationship Type="http://schemas.openxmlformats.org/officeDocument/2006/relationships/notesMaster" Target="/ppt/notesMasters/notesMaster1.xml" Id="R7a596c9efd7245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474cdb818040e7" /><Relationship Type="http://schemas.openxmlformats.org/officeDocument/2006/relationships/notesMaster" Target="/ppt/notesMasters/notesMaster1.xml" Id="R861f609c9550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41df2131b34857" /><Relationship Type="http://schemas.openxmlformats.org/officeDocument/2006/relationships/notesMaster" Target="/ppt/notesMasters/notesMaster1.xml" Id="Rc2c19f7181a342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出典（2026-10-09確認）：</a:t>
            </a:r>
          </a:p>
          <a:p xmlns:a="http://schemas.openxmlformats.org/drawingml/2006/main">
            <a:r>
              <a:t>AWS RAG概説</a:t>
            </a:r>
          </a:p>
          <a:p xmlns:a="http://schemas.openxmlformats.org/drawingml/2006/main">
            <a:r>
              <a:t>https://docs.aws.amazon.com/prescriptive-guidance/latest/retrieval-augmented-generation-options/what-is-rag.html</a:t>
            </a:r>
          </a:p>
          <a:p xmlns:a="http://schemas.openxmlformats.org/drawingml/2006/main">
            <a:r>
              <a:t>AWS RAG処理</a:t>
            </a:r>
          </a:p>
          <a:p xmlns:a="http://schemas.openxmlformats.org/drawingml/2006/main">
            <a:r>
              <a:t>https://docs.aws.amazon.com/bedrock/latest/userguide/kb-how-it-works.html</a:t>
            </a:r>
          </a:p>
          <a:p xmlns:a="http://schemas.openxmlformats.org/drawingml/2006/main">
            <a:r>
              <a:t>作成原資料: outputs/phase75-inputs/rag/input.md</a:t>
            </a:r>
          </a:p>
          <a:p xmlns:a="http://schemas.openxmlformats.org/drawingml/2006/main">
            <a:r>
              <a:t>AWS RAG概説: https://docs.aws.amazon.com/prescriptive-guidance/latest/retrieval-augmented-generation-options/what-is-rag.html</a:t>
            </a:r>
          </a:p>
          <a:p xmlns:a="http://schemas.openxmlformats.org/drawingml/2006/main">
            <a:r>
              <a:t>AWS RAG処理: https://docs.aws.amazon.com/bedrock/latest/userguide/kb-how-it-works.html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出典（2026-10-09確認）：</a:t>
            </a:r>
          </a:p>
          <a:p xmlns:a="http://schemas.openxmlformats.org/drawingml/2006/main">
            <a:r>
              <a:t>AWS RAG概説</a:t>
            </a:r>
          </a:p>
          <a:p xmlns:a="http://schemas.openxmlformats.org/drawingml/2006/main">
            <a:r>
              <a:t>https://docs.aws.amazon.com/prescriptive-guidance/latest/retrieval-augmented-generation-options/what-is-rag.html</a:t>
            </a:r>
          </a:p>
          <a:p xmlns:a="http://schemas.openxmlformats.org/drawingml/2006/main">
            <a:r>
              <a:t>AWS RAG安全設計</a:t>
            </a:r>
          </a:p>
          <a:p xmlns:a="http://schemas.openxmlformats.org/drawingml/2006/main">
            <a:r>
              <a:t>https://docs.aws.amazon.com/prescriptive-guidance/latest/security-reference-architecture-generative-ai/gen-ai-agents.html</a:t>
            </a:r>
          </a:p>
          <a:p xmlns:a="http://schemas.openxmlformats.org/drawingml/2006/main">
            <a:r>
              <a:t>作成原資料: outputs/phase75-inputs/rag/input.md</a:t>
            </a:r>
          </a:p>
          <a:p xmlns:a="http://schemas.openxmlformats.org/drawingml/2006/main">
            <a:r>
              <a:t>AWS RAG概説: https://docs.aws.amazon.com/prescriptive-guidance/latest/retrieval-augmented-generation-options/what-is-rag.html</a:t>
            </a:r>
          </a:p>
          <a:p xmlns:a="http://schemas.openxmlformats.org/drawingml/2006/main">
            <a:r>
              <a:t>AWS RAG安全設計: https://docs.aws.amazon.com/prescriptive-guidance/latest/security-reference-architecture-generative-ai/gen-ai-agents.html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出典（2026-10-09確認）：</a:t>
            </a:r>
          </a:p>
          <a:p xmlns:a="http://schemas.openxmlformats.org/drawingml/2006/main">
            <a:r>
              <a:t>AWS RAG処理</a:t>
            </a:r>
          </a:p>
          <a:p xmlns:a="http://schemas.openxmlformats.org/drawingml/2006/main">
            <a:r>
              <a:t>https://docs.aws.amazon.com/bedrock/latest/userguide/kb-how-it-works.html</a:t>
            </a:r>
          </a:p>
          <a:p xmlns:a="http://schemas.openxmlformats.org/drawingml/2006/main">
            <a:r>
              <a:t>直列Roadmapで手順を表示。分岐フロー・構成図は未対応。</a:t>
            </a:r>
          </a:p>
          <a:p xmlns:a="http://schemas.openxmlformats.org/drawingml/2006/main">
            <a:r>
              <a:t>作成原資料: outputs/phase75-inputs/rag/input.md</a:t>
            </a:r>
          </a:p>
          <a:p xmlns:a="http://schemas.openxmlformats.org/drawingml/2006/main">
            <a:r>
              <a:t>AWS RAG処理: https://docs.aws.amazon.com/bedrock/latest/userguide/kb-how-it-works.html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出典（2026-10-09確認）：</a:t>
            </a:r>
          </a:p>
          <a:p xmlns:a="http://schemas.openxmlformats.org/drawingml/2006/main">
            <a:r>
              <a:t>AWS RAG概説</a:t>
            </a:r>
          </a:p>
          <a:p xmlns:a="http://schemas.openxmlformats.org/drawingml/2006/main">
            <a:r>
              <a:t>https://docs.aws.amazon.com/prescriptive-guidance/latest/retrieval-augmented-generation-options/what-is-rag.html</a:t>
            </a:r>
          </a:p>
          <a:p xmlns:a="http://schemas.openxmlformats.org/drawingml/2006/main">
            <a:r>
              <a:t>AWS RAG処理</a:t>
            </a:r>
          </a:p>
          <a:p xmlns:a="http://schemas.openxmlformats.org/drawingml/2006/main">
            <a:r>
              <a:t>https://docs.aws.amazon.com/bedrock/latest/userguide/kb-how-it-works.html</a:t>
            </a:r>
          </a:p>
          <a:p xmlns:a="http://schemas.openxmlformats.org/drawingml/2006/main">
            <a:r>
              <a:t>AWS RAG安全設計</a:t>
            </a:r>
          </a:p>
          <a:p xmlns:a="http://schemas.openxmlformats.org/drawingml/2006/main">
            <a:r>
              <a:t>https://docs.aws.amazon.com/prescriptive-guidance/latest/security-reference-architecture-generative-ai/gen-ai-agents.html</a:t>
            </a:r>
          </a:p>
          <a:p xmlns:a="http://schemas.openxmlformats.org/drawingml/2006/main">
            <a:r>
              <a:t>直列Roadmapで手順を表示。分岐フロー・構成図は未対応。</a:t>
            </a:r>
          </a:p>
          <a:p xmlns:a="http://schemas.openxmlformats.org/drawingml/2006/main">
            <a:r>
              <a:t>作成原資料: outputs/phase75-inputs/rag/input.md</a:t>
            </a:r>
          </a:p>
          <a:p xmlns:a="http://schemas.openxmlformats.org/drawingml/2006/main">
            <a:r>
              <a:t>AWS RAG概説: https://docs.aws.amazon.com/prescriptive-guidance/latest/retrieval-augmented-generation-options/what-is-rag.html</a:t>
            </a:r>
          </a:p>
          <a:p xmlns:a="http://schemas.openxmlformats.org/drawingml/2006/main">
            <a:r>
              <a:t>AWS RAG処理: https://docs.aws.amazon.com/bedrock/latest/userguide/kb-how-it-works.html</a:t>
            </a:r>
          </a:p>
          <a:p xmlns:a="http://schemas.openxmlformats.org/drawingml/2006/main">
            <a:r>
              <a:t>AWS RAG安全設計: https://docs.aws.amazon.com/prescriptive-guidance/latest/security-reference-architecture-generative-ai/gen-ai-agents.html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出典（2026-10-09確認）：</a:t>
            </a:r>
          </a:p>
          <a:p xmlns:a="http://schemas.openxmlformats.org/drawingml/2006/main">
            <a:r>
              <a:t>AWS RAG評価</a:t>
            </a:r>
          </a:p>
          <a:p xmlns:a="http://schemas.openxmlformats.org/drawingml/2006/main">
            <a:r>
              <a:t>https://docs.aws.amazon.com/bedrock/latest/userguide/evaluation-kb.html</a:t>
            </a:r>
          </a:p>
          <a:p xmlns:a="http://schemas.openxmlformats.org/drawingml/2006/main">
            <a:r>
              <a:t>作成原資料: outputs/phase75-inputs/rag/input.md</a:t>
            </a:r>
          </a:p>
          <a:p xmlns:a="http://schemas.openxmlformats.org/drawingml/2006/main">
            <a:r>
              <a:t>AWS RAG評価: https://docs.aws.amazon.com/bedrock/latest/userguide/evaluation-kb.html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出典（2026-10-09確認）：</a:t>
            </a:r>
          </a:p>
          <a:p xmlns:a="http://schemas.openxmlformats.org/drawingml/2006/main">
            <a:r>
              <a:t>AWS RAG安全設計</a:t>
            </a:r>
          </a:p>
          <a:p xmlns:a="http://schemas.openxmlformats.org/drawingml/2006/main">
            <a:r>
              <a:t>https://docs.aws.amazon.com/prescriptive-guidance/latest/security-reference-architecture-generative-ai/gen-ai-agents.html</a:t>
            </a:r>
          </a:p>
          <a:p xmlns:a="http://schemas.openxmlformats.org/drawingml/2006/main">
            <a:r>
              <a:t>作成原資料: outputs/phase75-inputs/rag/input.md</a:t>
            </a:r>
          </a:p>
          <a:p xmlns:a="http://schemas.openxmlformats.org/drawingml/2006/main">
            <a:r>
              <a:t>AWS RAG安全設計: https://docs.aws.amazon.com/prescriptive-guidance/latest/security-reference-architecture-generative-ai/gen-ai-agents.html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出典（2026-10-09確認）：</a:t>
            </a:r>
          </a:p>
          <a:p xmlns:a="http://schemas.openxmlformats.org/drawingml/2006/main">
            <a:r>
              <a:t>AWS RAG評価</a:t>
            </a:r>
          </a:p>
          <a:p xmlns:a="http://schemas.openxmlformats.org/drawingml/2006/main">
            <a:r>
              <a:t>https://docs.aws.amazon.com/bedrock/latest/userguide/evaluation-kb.html</a:t>
            </a:r>
          </a:p>
          <a:p xmlns:a="http://schemas.openxmlformats.org/drawingml/2006/main">
            <a:r>
              <a:t>AWS RAG安全設計</a:t>
            </a:r>
          </a:p>
          <a:p xmlns:a="http://schemas.openxmlformats.org/drawingml/2006/main">
            <a:r>
              <a:t>https://docs.aws.amazon.com/prescriptive-guidance/latest/security-reference-architecture-generative-ai/gen-ai-agents.html</a:t>
            </a:r>
          </a:p>
          <a:p xmlns:a="http://schemas.openxmlformats.org/drawingml/2006/main">
            <a:r>
              <a:t>作成原資料: outputs/phase75-inputs/rag/input.md</a:t>
            </a:r>
          </a:p>
          <a:p xmlns:a="http://schemas.openxmlformats.org/drawingml/2006/main">
            <a:r>
              <a:t>AWS RAG評価: https://docs.aws.amazon.com/bedrock/latest/userguide/evaluation-kb.html</a:t>
            </a:r>
          </a:p>
          <a:p xmlns:a="http://schemas.openxmlformats.org/drawingml/2006/main">
            <a:r>
              <a:t>AWS RAG安全設計: https://docs.aws.amazon.com/prescriptive-guidance/latest/security-reference-architecture-generative-ai/gen-ai-agents.html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出典（2026-10-09確認）：</a:t>
            </a:r>
          </a:p>
          <a:p xmlns:a="http://schemas.openxmlformats.org/drawingml/2006/main">
            <a:r>
              <a:t>AWS RAG概説</a:t>
            </a:r>
          </a:p>
          <a:p xmlns:a="http://schemas.openxmlformats.org/drawingml/2006/main">
            <a:r>
              <a:t>https://docs.aws.amazon.com/prescriptive-guidance/latest/retrieval-augmented-generation-options/what-is-rag.html</a:t>
            </a:r>
          </a:p>
          <a:p xmlns:a="http://schemas.openxmlformats.org/drawingml/2006/main">
            <a:r>
              <a:t>AWS RAG評価</a:t>
            </a:r>
          </a:p>
          <a:p xmlns:a="http://schemas.openxmlformats.org/drawingml/2006/main">
            <a:r>
              <a:t>https://docs.aws.amazon.com/bedrock/latest/userguide/evaluation-kb.html</a:t>
            </a:r>
          </a:p>
          <a:p xmlns:a="http://schemas.openxmlformats.org/drawingml/2006/main">
            <a:r>
              <a:t>AWS RAG安全設計</a:t>
            </a:r>
          </a:p>
          <a:p xmlns:a="http://schemas.openxmlformats.org/drawingml/2006/main">
            <a:r>
              <a:t>https://docs.aws.amazon.com/prescriptive-guidance/latest/security-reference-architecture-generative-ai/gen-ai-agents.html</a:t>
            </a:r>
          </a:p>
          <a:p xmlns:a="http://schemas.openxmlformats.org/drawingml/2006/main">
            <a:r>
              <a:t>作成原資料: outputs/phase75-inputs/rag/input.md</a:t>
            </a:r>
          </a:p>
          <a:p xmlns:a="http://schemas.openxmlformats.org/drawingml/2006/main">
            <a:r>
              <a:t>AWS RAG概説: https://docs.aws.amazon.com/prescriptive-guidance/latest/retrieval-augmented-generation-options/what-is-rag.html</a:t>
            </a:r>
          </a:p>
          <a:p xmlns:a="http://schemas.openxmlformats.org/drawingml/2006/main">
            <a:r>
              <a:t>AWS RAG評価: https://docs.aws.amazon.com/bedrock/latest/userguide/evaluation-kb.html</a:t>
            </a:r>
          </a:p>
          <a:p xmlns:a="http://schemas.openxmlformats.org/drawingml/2006/main">
            <a:r>
              <a:t>AWS RAG安全設計: https://docs.aws.amazon.com/prescriptive-guidance/latest/security-reference-architecture-generative-ai/gen-ai-agents.html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9a319754142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cd002e22014095" /><Relationship Type="http://schemas.openxmlformats.org/officeDocument/2006/relationships/slideLayout" Target="/ppt/slideLayouts/slideLayout1.xml" Id="Rf75c62f16ce7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5c62f16ce7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2f1c3ac6244bd" /><Relationship Type="http://schemas.openxmlformats.org/officeDocument/2006/relationships/notesSlide" Target="/ppt/notesSlides/notesSlide1.xml" Id="Rb7ac21855154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2114720d74cd0" /><Relationship Type="http://schemas.openxmlformats.org/officeDocument/2006/relationships/notesSlide" Target="/ppt/notesSlides/notesSlide2.xml" Id="R692d69875c4548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2f8796fb94d1e" /><Relationship Type="http://schemas.openxmlformats.org/officeDocument/2006/relationships/notesSlide" Target="/ppt/notesSlides/notesSlide3.xml" Id="R18ad500a6b594f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43b3fb2f844a5" /><Relationship Type="http://schemas.openxmlformats.org/officeDocument/2006/relationships/notesSlide" Target="/ppt/notesSlides/notesSlide4.xml" Id="R557f9eaa917f4c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04187bec14079" /><Relationship Type="http://schemas.openxmlformats.org/officeDocument/2006/relationships/notesSlide" Target="/ppt/notesSlides/notesSlide5.xml" Id="Racc529e21e0f40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24c0c7ba74fb4" /><Relationship Type="http://schemas.openxmlformats.org/officeDocument/2006/relationships/notesSlide" Target="/ppt/notesSlides/notesSlide6.xml" Id="R25986401b29d49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8f7d13dcb4309" /><Relationship Type="http://schemas.openxmlformats.org/officeDocument/2006/relationships/notesSlide" Target="/ppt/notesSlides/notesSlide7.xml" Id="R248c8ba5f0af41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f2a957d8941a6" /><Relationship Type="http://schemas.openxmlformats.org/officeDocument/2006/relationships/notesSlide" Target="/ppt/notesSlides/notesSlide8.xml" Id="R355aa282e56d45f1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heading-line-0">
            <a:extLst>
              <a:ext uri="{FF2B5EF4-FFF2-40B4-BE49-F238E27FC236}">
                <ns2:creationId id="{055845DC-9FF9-4D3E-B318-D21680E992A2}"/>
              </a:ext>
            </a:extLst>
          </p:cNvPr>
          <p:cNvSpPr>
            <a:spLocks noGrp="1"/>
          </p:cNvSpPr>
          <p:nvPr/>
        </p:nvSpPr>
        <p:spPr>
          <a:xfrm>
            <a:off x="365760" y="432816"/>
            <a:ext cx="2426137" cy="4800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RAGの基本概念</a:t>
            </a:r>
          </a:p>
        </p:txBody>
      </p:sp>
      <p:sp>
        <p:nvSpPr>
          <p:cNvPr id="2" name="label-0-line-0">
            <a:extLst>
              <a:ext uri="{FF2B5EF4-FFF2-40B4-BE49-F238E27FC236}">
                <ns2:creationId id="{F52E349B-6D39-4E2B-99BD-682750F6F504}"/>
              </a:ext>
            </a:extLst>
          </p:cNvPr>
          <p:cNvSpPr>
            <a:spLocks noGrp="1"/>
          </p:cNvSpPr>
          <p:nvPr/>
        </p:nvSpPr>
        <p:spPr>
          <a:xfrm>
            <a:off x="365760" y="1450848"/>
            <a:ext cx="56388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目的</a:t>
            </a:r>
          </a:p>
        </p:txBody>
      </p:sp>
      <p:sp>
        <p:nvSpPr>
          <p:cNvPr id="3" name="item-0-line-0">
            <a:extLst>
              <a:ext uri="{FF2B5EF4-FFF2-40B4-BE49-F238E27FC236}">
                <ns2:creationId id="{08FED70E-FFC9-444F-AFDE-7893BCED3135}"/>
              </a:ext>
            </a:extLst>
          </p:cNvPr>
          <p:cNvSpPr>
            <a:spLocks noGrp="1"/>
          </p:cNvSpPr>
          <p:nvPr/>
        </p:nvSpPr>
        <p:spPr>
          <a:xfrm>
            <a:off x="2377440" y="1438656"/>
            <a:ext cx="3709749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検索した文書を回答の根拠としてLLMへ渡す</a:t>
            </a:r>
          </a:p>
        </p:txBody>
      </p:sp>
      <p:sp>
        <p:nvSpPr>
          <p:cNvPr id="4" name="row-0-segment-0">
            <a:extLst>
              <a:ext uri="{FF2B5EF4-FFF2-40B4-BE49-F238E27FC236}">
                <ns2:creationId id="{9456B401-0843-4AF6-8355-BFAE5CA0431D}"/>
              </a:ext>
            </a:extLst>
          </p:cNvPr>
          <p:cNvSpPr>
            <a:spLocks noGrp="1"/>
          </p:cNvSpPr>
          <p:nvPr/>
        </p:nvSpPr>
        <p:spPr>
          <a:xfrm flipV="0">
            <a:off x="365760" y="195072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5" name="label-1-line-0">
            <a:extLst>
              <a:ext uri="{FF2B5EF4-FFF2-40B4-BE49-F238E27FC236}">
                <ns2:creationId id="{117262A7-77B8-4F70-9F39-6C7E060B4695}"/>
              </a:ext>
            </a:extLst>
          </p:cNvPr>
          <p:cNvSpPr>
            <a:spLocks noGrp="1"/>
          </p:cNvSpPr>
          <p:nvPr/>
        </p:nvSpPr>
        <p:spPr>
          <a:xfrm>
            <a:off x="365760" y="2121408"/>
            <a:ext cx="56388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用途</a:t>
            </a:r>
          </a:p>
        </p:txBody>
      </p:sp>
      <p:sp>
        <p:nvSpPr>
          <p:cNvPr id="6" name="item-1-line-0">
            <a:extLst>
              <a:ext uri="{FF2B5EF4-FFF2-40B4-BE49-F238E27FC236}">
                <ns2:creationId id="{4240C89B-4AC1-4830-9A7F-4440C7020317}"/>
              </a:ext>
            </a:extLst>
          </p:cNvPr>
          <p:cNvSpPr>
            <a:spLocks noGrp="1"/>
          </p:cNvSpPr>
          <p:nvPr/>
        </p:nvSpPr>
        <p:spPr>
          <a:xfrm>
            <a:off x="2377440" y="2109216"/>
            <a:ext cx="355092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社内手順や更新される技術文書を参照する</a:t>
            </a:r>
          </a:p>
        </p:txBody>
      </p:sp>
      <p:sp>
        <p:nvSpPr>
          <p:cNvPr id="7" name="row-1-segment-0">
            <a:extLst>
              <a:ext uri="{FF2B5EF4-FFF2-40B4-BE49-F238E27FC236}">
                <ns2:creationId id="{0E918115-68C5-477D-A71D-AE69C542FDC2}"/>
              </a:ext>
            </a:extLst>
          </p:cNvPr>
          <p:cNvSpPr>
            <a:spLocks noGrp="1"/>
          </p:cNvSpPr>
          <p:nvPr/>
        </p:nvSpPr>
        <p:spPr>
          <a:xfrm flipV="0">
            <a:off x="365760" y="262128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8" name="label-2-line-0">
            <a:extLst>
              <a:ext uri="{FF2B5EF4-FFF2-40B4-BE49-F238E27FC236}">
                <ns2:creationId id="{59EBB28E-515A-4E2E-A122-76F2DA4747A9}"/>
              </a:ext>
            </a:extLst>
          </p:cNvPr>
          <p:cNvSpPr>
            <a:spLocks noGrp="1"/>
          </p:cNvSpPr>
          <p:nvPr/>
        </p:nvSpPr>
        <p:spPr>
          <a:xfrm>
            <a:off x="365760" y="2791968"/>
            <a:ext cx="80772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仕組み</a:t>
            </a:r>
          </a:p>
        </p:txBody>
      </p:sp>
      <p:sp>
        <p:nvSpPr>
          <p:cNvPr id="9" name="item-2-line-0">
            <a:extLst>
              <a:ext uri="{FF2B5EF4-FFF2-40B4-BE49-F238E27FC236}">
                <ns2:creationId id="{80F84F63-BE55-4881-B69E-FEEFBEF0BAE2}"/>
              </a:ext>
            </a:extLst>
          </p:cNvPr>
          <p:cNvSpPr>
            <a:spLocks noGrp="1"/>
          </p:cNvSpPr>
          <p:nvPr/>
        </p:nvSpPr>
        <p:spPr>
          <a:xfrm>
            <a:off x="2377440" y="2779776"/>
            <a:ext cx="391668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質問と関連文書を組み合わせて回答を生成する</a:t>
            </a:r>
          </a:p>
        </p:txBody>
      </p:sp>
      <p:sp>
        <p:nvSpPr>
          <p:cNvPr id="10" name="row-2-segment-0">
            <a:extLst>
              <a:ext uri="{FF2B5EF4-FFF2-40B4-BE49-F238E27FC236}">
                <ns2:creationId id="{BE41DFF6-0196-4C60-8B2F-8A1752135A62}"/>
              </a:ext>
            </a:extLst>
          </p:cNvPr>
          <p:cNvSpPr>
            <a:spLocks noGrp="1"/>
          </p:cNvSpPr>
          <p:nvPr/>
        </p:nvSpPr>
        <p:spPr>
          <a:xfrm flipV="0">
            <a:off x="365760" y="329184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11" name="label-3-line-0">
            <a:extLst>
              <a:ext uri="{FF2B5EF4-FFF2-40B4-BE49-F238E27FC236}">
                <ns2:creationId id="{8B92DF78-0E25-440D-9967-ECC53AF8A22F}"/>
              </a:ext>
            </a:extLst>
          </p:cNvPr>
          <p:cNvSpPr>
            <a:spLocks noGrp="1"/>
          </p:cNvSpPr>
          <p:nvPr/>
        </p:nvSpPr>
        <p:spPr>
          <a:xfrm>
            <a:off x="365760" y="3462528"/>
            <a:ext cx="56388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限界</a:t>
            </a:r>
          </a:p>
        </p:txBody>
      </p:sp>
      <p:sp>
        <p:nvSpPr>
          <p:cNvPr id="12" name="item-3-line-0">
            <a:extLst>
              <a:ext uri="{FF2B5EF4-FFF2-40B4-BE49-F238E27FC236}">
                <ns2:creationId id="{06BF5946-5E3E-4372-8BAC-A31F8614CD9E}"/>
              </a:ext>
            </a:extLst>
          </p:cNvPr>
          <p:cNvSpPr>
            <a:spLocks noGrp="1"/>
          </p:cNvSpPr>
          <p:nvPr/>
        </p:nvSpPr>
        <p:spPr>
          <a:xfrm>
            <a:off x="2377440" y="3450336"/>
            <a:ext cx="373380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検索漏れや誤った文書で回答品質が低下する</a:t>
            </a:r>
          </a:p>
        </p:txBody>
      </p:sp>
      <p:sp>
        <p:nvSpPr>
          <p:cNvPr id="13" name="row-3-segment-0">
            <a:extLst>
              <a:ext uri="{FF2B5EF4-FFF2-40B4-BE49-F238E27FC236}">
                <ns2:creationId id="{701CF26D-5D18-4389-95C2-4C03316F4F72}"/>
              </a:ext>
            </a:extLst>
          </p:cNvPr>
          <p:cNvSpPr>
            <a:spLocks noGrp="1"/>
          </p:cNvSpPr>
          <p:nvPr/>
        </p:nvSpPr>
        <p:spPr>
          <a:xfrm flipV="0">
            <a:off x="365760" y="396240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14" name="label-4-line-0">
            <a:extLst>
              <a:ext uri="{FF2B5EF4-FFF2-40B4-BE49-F238E27FC236}">
                <ns2:creationId id="{F6AB0547-8B6B-40DD-9C4D-50BB0370962B}"/>
              </a:ext>
            </a:extLst>
          </p:cNvPr>
          <p:cNvSpPr>
            <a:spLocks noGrp="1"/>
          </p:cNvSpPr>
          <p:nvPr/>
        </p:nvSpPr>
        <p:spPr>
          <a:xfrm>
            <a:off x="365760" y="4133088"/>
            <a:ext cx="56388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運用</a:t>
            </a:r>
          </a:p>
        </p:txBody>
      </p:sp>
      <p:sp>
        <p:nvSpPr>
          <p:cNvPr id="15" name="item-4-line-0">
            <a:extLst>
              <a:ext uri="{FF2B5EF4-FFF2-40B4-BE49-F238E27FC236}">
                <ns2:creationId id="{6646B4D1-EC1A-4D0F-90B4-DB1942A83231}"/>
              </a:ext>
            </a:extLst>
          </p:cNvPr>
          <p:cNvSpPr>
            <a:spLocks noGrp="1"/>
          </p:cNvSpPr>
          <p:nvPr/>
        </p:nvSpPr>
        <p:spPr>
          <a:xfrm>
            <a:off x="2377440" y="4120896"/>
            <a:ext cx="40995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文書更新を索引へ反映し、根拠と回答を確認する</a:t>
            </a:r>
          </a:p>
        </p:txBody>
      </p:sp>
      <p:sp>
        <p:nvSpPr>
          <p:cNvPr id="16" name="reference-line-0">
            <a:extLst>
              <a:ext uri="{FF2B5EF4-FFF2-40B4-BE49-F238E27FC236}">
                <ns2:creationId id="{6E4C8630-626A-4F66-B514-D03DFDB13DFD}"/>
              </a:ext>
            </a:extLst>
          </p:cNvPr>
          <p:cNvSpPr>
            <a:spLocks noGrp="1"/>
          </p:cNvSpPr>
          <p:nvPr/>
        </p:nvSpPr>
        <p:spPr>
          <a:xfrm>
            <a:off x="365760" y="6126480"/>
            <a:ext cx="2985849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作成原資料 / AWS RAG概説 / AWS RAG処理</a:t>
            </a:r>
          </a:p>
        </p:txBody>
      </p:sp>
      <p:sp>
        <p:nvSpPr>
          <p:cNvPr id="17" name="page-line-0">
            <a:extLst>
              <a:ext uri="{FF2B5EF4-FFF2-40B4-BE49-F238E27FC236}">
                <ns2:creationId id="{EE62E67A-25B9-44AC-956B-494DFD5EEBEE}"/>
              </a:ext>
            </a:extLst>
          </p:cNvPr>
          <p:cNvSpPr>
            <a:spLocks noGrp="1"/>
          </p:cNvSpPr>
          <p:nvPr/>
        </p:nvSpPr>
        <p:spPr>
          <a:xfrm>
            <a:off x="11216640" y="6126480"/>
            <a:ext cx="160853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</p:spTree>
    <p:extLst>
      <p:ext uri="{BB962C8B-B14F-4D97-AF65-F5344CB8AC3E}">
        <ns3:creationId val="187784054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aphicFrame>
        <p:nvGraphicFramePr>
          <p:cNvPr id="10" name=""/>
          <p:cNvGraphicFramePr/>
          <p:nvPr/>
        </p:nvGraphicFramePr>
        <p:xfrm>
          <a:off x="365760" y="1280160"/>
          <a:ext cx="11460480" cy="3352800"/>
        </p:xfrm>
        <a:graphic>
          <a:graphicData uri="http://schemas.openxmlformats.org/drawingml/2006/table">
            <a:tbl>
              <a:tblPr firstRow="0" bandRow="0" bandCol="0"/>
              <a:tblGrid>
                <a:gridCol w="3820160"/>
                <a:gridCol w="3820160"/>
                <a:gridCol w="3820160"/>
              </a:tblGrid>
              <a:tr h="60960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92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構成要素</a:t>
                      </a:r>
                    </a:p>
                  </a:txBody>
                  <a:tcPr marL="121920" marR="121920" marT="170688" marB="73152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92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</a:t>
                      </a:r>
                    </a:p>
                  </a:txBody>
                  <a:tcPr marL="121920" marR="121920" marT="170688" marB="73152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92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出力・責務</a:t>
                      </a:r>
                    </a:p>
                  </a:txBody>
                  <a:tcPr marL="121920" marR="121920" marT="170688" marB="73152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取り込み処理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文書・版・アクセス権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チャンク・ベクトルを登録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検索インデックス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本文・ベクトル・属性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関連文書を検索可能にする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検索・制御層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質問・利用者の権限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許可された関連文書を選ぶ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Mono"/>
                          <a:ea typeface="Noto Sans JP"/>
                          <a:cs typeface="Noto Sans Mono"/>
                        </a:rPr>
                        <a:t>LLM</a:t>
                      </a:r>
                    </a:p>
                  </a:txBody>
                  <a:tcPr marL="121920" marR="121920" marT="143866" marB="9997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質問・検索結果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回答を生成する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アプリケーション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回答・参照元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根拠を提示し評価を収集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heading-line-0">
            <a:extLst>
              <a:ext uri="{FF2B5EF4-FFF2-40B4-BE49-F238E27FC236}">
                <ns2:creationId id="{4352CE74-9510-4123-9CDD-48CF6D07BBBD}"/>
              </a:ext>
            </a:extLst>
          </p:cNvPr>
          <p:cNvSpPr>
            <a:spLocks noGrp="1"/>
          </p:cNvSpPr>
          <p:nvPr/>
        </p:nvSpPr>
        <p:spPr>
          <a:xfrm>
            <a:off x="365760" y="432816"/>
            <a:ext cx="4773097" cy="4800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RAG全体構成：役割と受け渡し</a:t>
            </a:r>
          </a:p>
        </p:txBody>
      </p:sp>
      <p:sp>
        <p:nvSpPr>
          <p:cNvPr id="3" name="table-row-0-segment-0">
            <a:extLst>
              <a:ext uri="{FF2B5EF4-FFF2-40B4-BE49-F238E27FC236}">
                <ns2:creationId id="{28C1A5FC-FB60-4B95-BFB0-D258BF2F17F5}"/>
              </a:ext>
            </a:extLst>
          </p:cNvPr>
          <p:cNvSpPr>
            <a:spLocks noGrp="1"/>
          </p:cNvSpPr>
          <p:nvPr/>
        </p:nvSpPr>
        <p:spPr>
          <a:xfrm flipV="0">
            <a:off x="365760" y="243840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4" name="table-row-1-segment-0">
            <a:extLst>
              <a:ext uri="{FF2B5EF4-FFF2-40B4-BE49-F238E27FC236}">
                <ns2:creationId id="{A1E3D555-535A-4615-B32D-F1FAC1C18984}"/>
              </a:ext>
            </a:extLst>
          </p:cNvPr>
          <p:cNvSpPr>
            <a:spLocks noGrp="1"/>
          </p:cNvSpPr>
          <p:nvPr/>
        </p:nvSpPr>
        <p:spPr>
          <a:xfrm flipV="0">
            <a:off x="365760" y="298704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5" name="table-row-2-segment-0">
            <a:extLst>
              <a:ext uri="{FF2B5EF4-FFF2-40B4-BE49-F238E27FC236}">
                <ns2:creationId id="{848AFED9-63A3-4123-A015-F8B54C1B88E0}"/>
              </a:ext>
            </a:extLst>
          </p:cNvPr>
          <p:cNvSpPr>
            <a:spLocks noGrp="1"/>
          </p:cNvSpPr>
          <p:nvPr/>
        </p:nvSpPr>
        <p:spPr>
          <a:xfrm flipV="0">
            <a:off x="365760" y="353568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6" name="table-row-3-segment-0">
            <a:extLst>
              <a:ext uri="{FF2B5EF4-FFF2-40B4-BE49-F238E27FC236}">
                <ns2:creationId id="{62CEF70C-9468-4B73-A1D4-8E83FEC26589}"/>
              </a:ext>
            </a:extLst>
          </p:cNvPr>
          <p:cNvSpPr>
            <a:spLocks noGrp="1"/>
          </p:cNvSpPr>
          <p:nvPr/>
        </p:nvSpPr>
        <p:spPr>
          <a:xfrm flipV="0">
            <a:off x="365760" y="408432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7" name="table-row-4-segment-0">
            <a:extLst>
              <a:ext uri="{FF2B5EF4-FFF2-40B4-BE49-F238E27FC236}">
                <ns2:creationId id="{442B1B8A-4E85-47B1-BD4E-00DC7F9BBFC3}"/>
              </a:ext>
            </a:extLst>
          </p:cNvPr>
          <p:cNvSpPr>
            <a:spLocks noGrp="1"/>
          </p:cNvSpPr>
          <p:nvPr/>
        </p:nvSpPr>
        <p:spPr>
          <a:xfrm flipV="0">
            <a:off x="365760" y="463296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8" name="reference-line-0">
            <a:extLst>
              <a:ext uri="{FF2B5EF4-FFF2-40B4-BE49-F238E27FC236}">
                <ns2:creationId id="{B7AD897D-BDA0-4C77-8C0D-F2C65730230E}"/>
              </a:ext>
            </a:extLst>
          </p:cNvPr>
          <p:cNvSpPr>
            <a:spLocks noGrp="1"/>
          </p:cNvSpPr>
          <p:nvPr/>
        </p:nvSpPr>
        <p:spPr>
          <a:xfrm>
            <a:off x="365760" y="6126480"/>
            <a:ext cx="3290649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作成原資料 / AWS RAG概説 / AWS RAG安全設計</a:t>
            </a:r>
          </a:p>
        </p:txBody>
      </p:sp>
      <p:sp>
        <p:nvSpPr>
          <p:cNvPr id="9" name="page-line-0">
            <a:extLst>
              <a:ext uri="{FF2B5EF4-FFF2-40B4-BE49-F238E27FC236}">
                <ns2:creationId id="{74219697-F866-46EC-A76A-EAB8D9D81352}"/>
              </a:ext>
            </a:extLst>
          </p:cNvPr>
          <p:cNvSpPr>
            <a:spLocks noGrp="1"/>
          </p:cNvSpPr>
          <p:nvPr/>
        </p:nvSpPr>
        <p:spPr>
          <a:xfrm>
            <a:off x="11216640" y="6126480"/>
            <a:ext cx="160853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</p:spTree>
    <p:extLst>
      <p:ext uri="{BB962C8B-B14F-4D97-AF65-F5344CB8AC3E}">
        <ns3:creationId val="1597078825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heading-line-0">
            <a:extLst>
              <a:ext uri="{FF2B5EF4-FFF2-40B4-BE49-F238E27FC236}">
                <ns2:creationId id="{D1197483-BDD2-4BB4-97FB-FAA4AB423EAE}"/>
              </a:ext>
            </a:extLst>
          </p:cNvPr>
          <p:cNvSpPr>
            <a:spLocks noGrp="1"/>
          </p:cNvSpPr>
          <p:nvPr/>
        </p:nvSpPr>
        <p:spPr>
          <a:xfrm>
            <a:off x="365760" y="432816"/>
            <a:ext cx="4434840" cy="4800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文書の取り込みとベクトル化</a:t>
            </a:r>
          </a:p>
        </p:txBody>
      </p:sp>
      <p:sp>
        <p:nvSpPr>
          <p:cNvPr id="2" name="node-s0">
            <a:extLst>
              <a:ext uri="{FF2B5EF4-FFF2-40B4-BE49-F238E27FC236}">
                <ns2:creationId id="{49DFBA3E-738F-40D7-8552-CBDD7319E1D9}"/>
              </a:ext>
            </a:extLst>
          </p:cNvPr>
          <p:cNvSpPr>
            <a:spLocks noGrp="1"/>
          </p:cNvSpPr>
          <p:nvPr/>
        </p:nvSpPr>
        <p:spPr>
          <a:xfrm>
            <a:off x="365760" y="1645920"/>
            <a:ext cx="2727960" cy="201168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3" name="node-0-step-line-0">
            <a:extLst>
              <a:ext uri="{FF2B5EF4-FFF2-40B4-BE49-F238E27FC236}">
                <ns2:creationId id="{D21E7F42-F825-4D54-8FAF-60A5851B8474}"/>
              </a:ext>
            </a:extLst>
          </p:cNvPr>
          <p:cNvSpPr>
            <a:spLocks noGrp="1"/>
          </p:cNvSpPr>
          <p:nvPr/>
        </p:nvSpPr>
        <p:spPr>
          <a:xfrm>
            <a:off x="487680" y="1786128"/>
            <a:ext cx="624840" cy="2819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0">
                <a:solidFill>
                  <a:srgbClr val="111111"/>
                </a:solidFill>
                <a:latin typeface="Noto Sans Mono"/>
                <a:ea typeface="Noto Sans JP"/>
                <a:cs typeface="Noto Sans Mono"/>
              </a:rPr>
              <a:t>STEP 1</a:t>
            </a:r>
          </a:p>
        </p:txBody>
      </p:sp>
      <p:sp>
        <p:nvSpPr>
          <p:cNvPr id="4" name="node-0-title-line-0">
            <a:extLst>
              <a:ext uri="{FF2B5EF4-FFF2-40B4-BE49-F238E27FC236}">
                <ns2:creationId id="{5B4F4802-5BDE-4061-A6E1-921B2E456407}"/>
              </a:ext>
            </a:extLst>
          </p:cNvPr>
          <p:cNvSpPr>
            <a:spLocks noGrp="1"/>
          </p:cNvSpPr>
          <p:nvPr/>
        </p:nvSpPr>
        <p:spPr>
          <a:xfrm>
            <a:off x="487680" y="211378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文書抽出</a:t>
            </a:r>
          </a:p>
        </p:txBody>
      </p:sp>
      <p:sp>
        <p:nvSpPr>
          <p:cNvPr id="5" name="node-0-purpose-line-0">
            <a:extLst>
              <a:ext uri="{FF2B5EF4-FFF2-40B4-BE49-F238E27FC236}">
                <ns2:creationId id="{837A25C5-85EE-4B26-B3D0-0CC54CF0486A}"/>
              </a:ext>
            </a:extLst>
          </p:cNvPr>
          <p:cNvSpPr>
            <a:spLocks noGrp="1"/>
          </p:cNvSpPr>
          <p:nvPr/>
        </p:nvSpPr>
        <p:spPr>
          <a:xfrm>
            <a:off x="487680" y="2497836"/>
            <a:ext cx="13563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内容を読み取る</a:t>
            </a:r>
          </a:p>
        </p:txBody>
      </p:sp>
      <p:sp>
        <p:nvSpPr>
          <p:cNvPr id="6" name="node-0-item-0-line-0">
            <a:extLst>
              <a:ext uri="{FF2B5EF4-FFF2-40B4-BE49-F238E27FC236}">
                <ns2:creationId id="{5D9AFAFF-8BDB-4668-81D7-2139E3829D80}"/>
              </a:ext>
            </a:extLst>
          </p:cNvPr>
          <p:cNvSpPr>
            <a:spLocks noGrp="1"/>
          </p:cNvSpPr>
          <p:nvPr/>
        </p:nvSpPr>
        <p:spPr>
          <a:xfrm>
            <a:off x="487680" y="2817876"/>
            <a:ext cx="13563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出典と版を保持</a:t>
            </a:r>
          </a:p>
        </p:txBody>
      </p:sp>
      <p:sp>
        <p:nvSpPr>
          <p:cNvPr id="7" name="node-s1">
            <a:extLst>
              <a:ext uri="{FF2B5EF4-FFF2-40B4-BE49-F238E27FC236}">
                <ns2:creationId id="{F5CE1884-B13B-41B9-A250-DB0880F0740A}"/>
              </a:ext>
            </a:extLst>
          </p:cNvPr>
          <p:cNvSpPr>
            <a:spLocks noGrp="1"/>
          </p:cNvSpPr>
          <p:nvPr/>
        </p:nvSpPr>
        <p:spPr>
          <a:xfrm>
            <a:off x="3276600" y="1645920"/>
            <a:ext cx="2727960" cy="201168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8" name="node-1-step-line-0">
            <a:extLst>
              <a:ext uri="{FF2B5EF4-FFF2-40B4-BE49-F238E27FC236}">
                <ns2:creationId id="{D2993611-0E01-4936-8B46-D7515A6DA44B}"/>
              </a:ext>
            </a:extLst>
          </p:cNvPr>
          <p:cNvSpPr>
            <a:spLocks noGrp="1"/>
          </p:cNvSpPr>
          <p:nvPr/>
        </p:nvSpPr>
        <p:spPr>
          <a:xfrm>
            <a:off x="3398520" y="1786128"/>
            <a:ext cx="624840" cy="2819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0">
                <a:solidFill>
                  <a:srgbClr val="111111"/>
                </a:solidFill>
                <a:latin typeface="Noto Sans Mono"/>
                <a:ea typeface="Noto Sans JP"/>
                <a:cs typeface="Noto Sans Mono"/>
              </a:rPr>
              <a:t>STEP 2</a:t>
            </a:r>
          </a:p>
        </p:txBody>
      </p:sp>
      <p:sp>
        <p:nvSpPr>
          <p:cNvPr id="9" name="node-1-title-line-0">
            <a:extLst>
              <a:ext uri="{FF2B5EF4-FFF2-40B4-BE49-F238E27FC236}">
                <ns2:creationId id="{9AF69CF4-C1F5-4E26-B18D-47F1BDFC940D}"/>
              </a:ext>
            </a:extLst>
          </p:cNvPr>
          <p:cNvSpPr>
            <a:spLocks noGrp="1"/>
          </p:cNvSpPr>
          <p:nvPr/>
        </p:nvSpPr>
        <p:spPr>
          <a:xfrm>
            <a:off x="3398520" y="2113788"/>
            <a:ext cx="56388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分割</a:t>
            </a:r>
          </a:p>
        </p:txBody>
      </p:sp>
      <p:sp>
        <p:nvSpPr>
          <p:cNvPr id="10" name="node-1-purpose-line-0">
            <a:extLst>
              <a:ext uri="{FF2B5EF4-FFF2-40B4-BE49-F238E27FC236}">
                <ns2:creationId id="{15991C70-5CFA-4B50-905C-60D292B9779A}"/>
              </a:ext>
            </a:extLst>
          </p:cNvPr>
          <p:cNvSpPr>
            <a:spLocks noGrp="1"/>
          </p:cNvSpPr>
          <p:nvPr/>
        </p:nvSpPr>
        <p:spPr>
          <a:xfrm>
            <a:off x="3398520" y="2497836"/>
            <a:ext cx="1358265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検索単位にする</a:t>
            </a:r>
          </a:p>
        </p:txBody>
      </p:sp>
      <p:sp>
        <p:nvSpPr>
          <p:cNvPr id="11" name="node-1-item-0-line-0">
            <a:extLst>
              <a:ext uri="{FF2B5EF4-FFF2-40B4-BE49-F238E27FC236}">
                <ns2:creationId id="{CF5027C5-930C-4079-B976-609E0A327C43}"/>
              </a:ext>
            </a:extLst>
          </p:cNvPr>
          <p:cNvSpPr>
            <a:spLocks noGrp="1"/>
          </p:cNvSpPr>
          <p:nvPr/>
        </p:nvSpPr>
        <p:spPr>
          <a:xfrm>
            <a:off x="3398520" y="2817876"/>
            <a:ext cx="1354574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チャンクを作る</a:t>
            </a:r>
          </a:p>
        </p:txBody>
      </p:sp>
      <p:sp>
        <p:nvSpPr>
          <p:cNvPr id="12" name="node-s2">
            <a:extLst>
              <a:ext uri="{FF2B5EF4-FFF2-40B4-BE49-F238E27FC236}">
                <ns2:creationId id="{C8EF6A87-2A1D-4F5E-9B50-98FDC250C318}"/>
              </a:ext>
            </a:extLst>
          </p:cNvPr>
          <p:cNvSpPr>
            <a:spLocks noGrp="1"/>
          </p:cNvSpPr>
          <p:nvPr/>
        </p:nvSpPr>
        <p:spPr>
          <a:xfrm>
            <a:off x="6187440" y="1645920"/>
            <a:ext cx="2727960" cy="201168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13" name="node-2-step-line-0">
            <a:extLst>
              <a:ext uri="{FF2B5EF4-FFF2-40B4-BE49-F238E27FC236}">
                <ns2:creationId id="{7192BC38-A69F-44C8-8351-63CB74BF7CC4}"/>
              </a:ext>
            </a:extLst>
          </p:cNvPr>
          <p:cNvSpPr>
            <a:spLocks noGrp="1"/>
          </p:cNvSpPr>
          <p:nvPr/>
        </p:nvSpPr>
        <p:spPr>
          <a:xfrm>
            <a:off x="6309360" y="1786128"/>
            <a:ext cx="624840" cy="2819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0">
                <a:solidFill>
                  <a:srgbClr val="111111"/>
                </a:solidFill>
                <a:latin typeface="Noto Sans Mono"/>
                <a:ea typeface="Noto Sans JP"/>
                <a:cs typeface="Noto Sans Mono"/>
              </a:rPr>
              <a:t>STEP 3</a:t>
            </a:r>
          </a:p>
        </p:txBody>
      </p:sp>
      <p:sp>
        <p:nvSpPr>
          <p:cNvPr id="14" name="node-2-title-line-0">
            <a:extLst>
              <a:ext uri="{FF2B5EF4-FFF2-40B4-BE49-F238E27FC236}">
                <ns2:creationId id="{942857AD-C51F-400C-9487-3A889DE6FBED}"/>
              </a:ext>
            </a:extLst>
          </p:cNvPr>
          <p:cNvSpPr>
            <a:spLocks noGrp="1"/>
          </p:cNvSpPr>
          <p:nvPr/>
        </p:nvSpPr>
        <p:spPr>
          <a:xfrm>
            <a:off x="6309360" y="2113788"/>
            <a:ext cx="129540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ベクトル化</a:t>
            </a:r>
          </a:p>
        </p:txBody>
      </p:sp>
      <p:sp>
        <p:nvSpPr>
          <p:cNvPr id="15" name="node-2-purpose-line-0">
            <a:extLst>
              <a:ext uri="{FF2B5EF4-FFF2-40B4-BE49-F238E27FC236}">
                <ns2:creationId id="{AB48F4BC-332A-465E-9BA9-A7730C2D70CC}"/>
              </a:ext>
            </a:extLst>
          </p:cNvPr>
          <p:cNvSpPr>
            <a:spLocks noGrp="1"/>
          </p:cNvSpPr>
          <p:nvPr/>
        </p:nvSpPr>
        <p:spPr>
          <a:xfrm>
            <a:off x="6309360" y="2497836"/>
            <a:ext cx="117348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意味を数値化</a:t>
            </a:r>
          </a:p>
        </p:txBody>
      </p:sp>
      <p:sp>
        <p:nvSpPr>
          <p:cNvPr id="16" name="node-2-item-0-line-0">
            <a:extLst>
              <a:ext uri="{FF2B5EF4-FFF2-40B4-BE49-F238E27FC236}">
                <ns2:creationId id="{94F7EE6D-8A1A-448F-B5A0-6C6FBF782C66}"/>
              </a:ext>
            </a:extLst>
          </p:cNvPr>
          <p:cNvSpPr>
            <a:spLocks noGrp="1"/>
          </p:cNvSpPr>
          <p:nvPr/>
        </p:nvSpPr>
        <p:spPr>
          <a:xfrm>
            <a:off x="6309360" y="2817876"/>
            <a:ext cx="117348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埋込みモデル</a:t>
            </a:r>
          </a:p>
        </p:txBody>
      </p:sp>
      <p:sp>
        <p:nvSpPr>
          <p:cNvPr id="17" name="node-s3">
            <a:extLst>
              <a:ext uri="{FF2B5EF4-FFF2-40B4-BE49-F238E27FC236}">
                <ns2:creationId id="{C9DBF53F-B219-4EE3-896B-1E1C1E645C37}"/>
              </a:ext>
            </a:extLst>
          </p:cNvPr>
          <p:cNvSpPr>
            <a:spLocks noGrp="1"/>
          </p:cNvSpPr>
          <p:nvPr/>
        </p:nvSpPr>
        <p:spPr>
          <a:xfrm>
            <a:off x="9098280" y="1645920"/>
            <a:ext cx="2727960" cy="201168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18" name="node-3-step-line-0">
            <a:extLst>
              <a:ext uri="{FF2B5EF4-FFF2-40B4-BE49-F238E27FC236}">
                <ns2:creationId id="{381EF618-9067-4B39-BF8B-15A51D5B3CE0}"/>
              </a:ext>
            </a:extLst>
          </p:cNvPr>
          <p:cNvSpPr>
            <a:spLocks noGrp="1"/>
          </p:cNvSpPr>
          <p:nvPr/>
        </p:nvSpPr>
        <p:spPr>
          <a:xfrm>
            <a:off x="9220200" y="1786128"/>
            <a:ext cx="624840" cy="2819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0">
                <a:solidFill>
                  <a:srgbClr val="111111"/>
                </a:solidFill>
                <a:latin typeface="Noto Sans Mono"/>
                <a:ea typeface="Noto Sans JP"/>
                <a:cs typeface="Noto Sans Mono"/>
              </a:rPr>
              <a:t>STEP 4</a:t>
            </a:r>
          </a:p>
        </p:txBody>
      </p:sp>
      <p:sp>
        <p:nvSpPr>
          <p:cNvPr id="19" name="node-3-title-line-0">
            <a:extLst>
              <a:ext uri="{FF2B5EF4-FFF2-40B4-BE49-F238E27FC236}">
                <ns2:creationId id="{50650A40-2CC8-4365-A09D-4E9DB9354AB4}"/>
              </a:ext>
            </a:extLst>
          </p:cNvPr>
          <p:cNvSpPr>
            <a:spLocks noGrp="1"/>
          </p:cNvSpPr>
          <p:nvPr/>
        </p:nvSpPr>
        <p:spPr>
          <a:xfrm>
            <a:off x="9220200" y="211378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索引登録</a:t>
            </a:r>
          </a:p>
        </p:txBody>
      </p:sp>
      <p:sp>
        <p:nvSpPr>
          <p:cNvPr id="20" name="node-3-purpose-line-0">
            <a:extLst>
              <a:ext uri="{FF2B5EF4-FFF2-40B4-BE49-F238E27FC236}">
                <ns2:creationId id="{99FA8378-DD7B-4923-927D-0FF5113C2199}"/>
              </a:ext>
            </a:extLst>
          </p:cNvPr>
          <p:cNvSpPr>
            <a:spLocks noGrp="1"/>
          </p:cNvSpPr>
          <p:nvPr/>
        </p:nvSpPr>
        <p:spPr>
          <a:xfrm>
            <a:off x="9220200" y="2497836"/>
            <a:ext cx="1168003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検索に備える</a:t>
            </a:r>
          </a:p>
        </p:txBody>
      </p:sp>
      <p:sp>
        <p:nvSpPr>
          <p:cNvPr id="21" name="node-3-item-0-line-0">
            <a:extLst>
              <a:ext uri="{FF2B5EF4-FFF2-40B4-BE49-F238E27FC236}">
                <ns2:creationId id="{B01213A8-1F50-4D50-9018-1E659EFC20C8}"/>
              </a:ext>
            </a:extLst>
          </p:cNvPr>
          <p:cNvSpPr>
            <a:spLocks noGrp="1"/>
          </p:cNvSpPr>
          <p:nvPr/>
        </p:nvSpPr>
        <p:spPr>
          <a:xfrm>
            <a:off x="9220200" y="2817876"/>
            <a:ext cx="153924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本文と属性も保存</a:t>
            </a:r>
          </a:p>
        </p:txBody>
      </p:sp>
      <p:sp>
        <p:nvSpPr>
          <p:cNvPr id="22" name="edge-0-segment-0">
            <a:extLst>
              <a:ext uri="{FF2B5EF4-FFF2-40B4-BE49-F238E27FC236}">
                <ns2:creationId id="{A55C1464-D3BF-4075-BB01-C0FDDA88EF37}"/>
              </a:ext>
            </a:extLst>
          </p:cNvPr>
          <p:cNvSpPr>
            <a:spLocks noGrp="1"/>
          </p:cNvSpPr>
          <p:nvPr/>
        </p:nvSpPr>
        <p:spPr>
          <a:xfrm flipV="0">
            <a:off x="3093720" y="2651760"/>
            <a:ext cx="152400" cy="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3" name="edge-0-segment-1">
            <a:extLst>
              <a:ext uri="{FF2B5EF4-FFF2-40B4-BE49-F238E27FC236}">
                <ns2:creationId id="{171FEDB3-0CB9-4172-B219-3BCB9E001585}"/>
              </a:ext>
            </a:extLst>
          </p:cNvPr>
          <p:cNvSpPr>
            <a:spLocks noGrp="1"/>
          </p:cNvSpPr>
          <p:nvPr/>
        </p:nvSpPr>
        <p:spPr>
          <a:xfrm flipV="0">
            <a:off x="3185160" y="260604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4" name="edge-0-segment-2">
            <a:extLst>
              <a:ext uri="{FF2B5EF4-FFF2-40B4-BE49-F238E27FC236}">
                <ns2:creationId id="{1C4321D2-0290-4007-9FCF-3DABFE6A0C80}"/>
              </a:ext>
            </a:extLst>
          </p:cNvPr>
          <p:cNvSpPr>
            <a:spLocks noGrp="1"/>
          </p:cNvSpPr>
          <p:nvPr/>
        </p:nvSpPr>
        <p:spPr>
          <a:xfrm flipV="1">
            <a:off x="3185160" y="265176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5" name="edge-label-0-line-0">
            <a:extLst>
              <a:ext uri="{FF2B5EF4-FFF2-40B4-BE49-F238E27FC236}">
                <ns2:creationId id="{F17D1A6D-2796-4E9C-91FD-418B3B0E26B2}"/>
              </a:ext>
            </a:extLst>
          </p:cNvPr>
          <p:cNvSpPr>
            <a:spLocks noGrp="1"/>
          </p:cNvSpPr>
          <p:nvPr/>
        </p:nvSpPr>
        <p:spPr>
          <a:xfrm>
            <a:off x="2971800" y="3810000"/>
            <a:ext cx="3810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次へ</a:t>
            </a:r>
          </a:p>
        </p:txBody>
      </p:sp>
      <p:sp>
        <p:nvSpPr>
          <p:cNvPr id="26" name="edge-1-segment-0">
            <a:extLst>
              <a:ext uri="{FF2B5EF4-FFF2-40B4-BE49-F238E27FC236}">
                <ns2:creationId id="{4E925B69-80C1-4356-AD6A-F0D30DADF0E7}"/>
              </a:ext>
            </a:extLst>
          </p:cNvPr>
          <p:cNvSpPr>
            <a:spLocks noGrp="1"/>
          </p:cNvSpPr>
          <p:nvPr/>
        </p:nvSpPr>
        <p:spPr>
          <a:xfrm flipV="0">
            <a:off x="6004560" y="2651760"/>
            <a:ext cx="152400" cy="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7" name="edge-1-segment-1">
            <a:extLst>
              <a:ext uri="{FF2B5EF4-FFF2-40B4-BE49-F238E27FC236}">
                <ns2:creationId id="{953F6709-BFAD-404D-904E-C864BC8006E6}"/>
              </a:ext>
            </a:extLst>
          </p:cNvPr>
          <p:cNvSpPr>
            <a:spLocks noGrp="1"/>
          </p:cNvSpPr>
          <p:nvPr/>
        </p:nvSpPr>
        <p:spPr>
          <a:xfrm flipV="0">
            <a:off x="6096000" y="260604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8" name="edge-1-segment-2">
            <a:extLst>
              <a:ext uri="{FF2B5EF4-FFF2-40B4-BE49-F238E27FC236}">
                <ns2:creationId id="{FC388BFC-8A20-4AB6-AD8A-5BE3F060F797}"/>
              </a:ext>
            </a:extLst>
          </p:cNvPr>
          <p:cNvSpPr>
            <a:spLocks noGrp="1"/>
          </p:cNvSpPr>
          <p:nvPr/>
        </p:nvSpPr>
        <p:spPr>
          <a:xfrm flipV="1">
            <a:off x="6096000" y="265176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9" name="edge-label-1-line-0">
            <a:extLst>
              <a:ext uri="{FF2B5EF4-FFF2-40B4-BE49-F238E27FC236}">
                <ns2:creationId id="{B8389345-6A7E-4D0E-8983-D8DCEC760954}"/>
              </a:ext>
            </a:extLst>
          </p:cNvPr>
          <p:cNvSpPr>
            <a:spLocks noGrp="1"/>
          </p:cNvSpPr>
          <p:nvPr/>
        </p:nvSpPr>
        <p:spPr>
          <a:xfrm>
            <a:off x="5882640" y="3810000"/>
            <a:ext cx="3810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次へ</a:t>
            </a:r>
          </a:p>
        </p:txBody>
      </p:sp>
      <p:sp>
        <p:nvSpPr>
          <p:cNvPr id="30" name="edge-2-segment-0">
            <a:extLst>
              <a:ext uri="{FF2B5EF4-FFF2-40B4-BE49-F238E27FC236}">
                <ns2:creationId id="{09EA07F0-71C2-443E-A48B-0187B098FDAE}"/>
              </a:ext>
            </a:extLst>
          </p:cNvPr>
          <p:cNvSpPr>
            <a:spLocks noGrp="1"/>
          </p:cNvSpPr>
          <p:nvPr/>
        </p:nvSpPr>
        <p:spPr>
          <a:xfrm flipV="0">
            <a:off x="8915400" y="2651760"/>
            <a:ext cx="152400" cy="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31" name="edge-2-segment-1">
            <a:extLst>
              <a:ext uri="{FF2B5EF4-FFF2-40B4-BE49-F238E27FC236}">
                <ns2:creationId id="{C94E17F9-2C6D-417C-BD13-D9E2A16EBE4E}"/>
              </a:ext>
            </a:extLst>
          </p:cNvPr>
          <p:cNvSpPr>
            <a:spLocks noGrp="1"/>
          </p:cNvSpPr>
          <p:nvPr/>
        </p:nvSpPr>
        <p:spPr>
          <a:xfrm flipV="0">
            <a:off x="9006840" y="260604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32" name="edge-2-segment-2">
            <a:extLst>
              <a:ext uri="{FF2B5EF4-FFF2-40B4-BE49-F238E27FC236}">
                <ns2:creationId id="{29042331-E755-4D95-9E99-603FFE54AF61}"/>
              </a:ext>
            </a:extLst>
          </p:cNvPr>
          <p:cNvSpPr>
            <a:spLocks noGrp="1"/>
          </p:cNvSpPr>
          <p:nvPr/>
        </p:nvSpPr>
        <p:spPr>
          <a:xfrm flipV="1">
            <a:off x="9006840" y="265176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33" name="edge-label-2-line-0">
            <a:extLst>
              <a:ext uri="{FF2B5EF4-FFF2-40B4-BE49-F238E27FC236}">
                <ns2:creationId id="{FDE989EF-5830-4785-B178-60C4C9FF1BE6}"/>
              </a:ext>
            </a:extLst>
          </p:cNvPr>
          <p:cNvSpPr>
            <a:spLocks noGrp="1"/>
          </p:cNvSpPr>
          <p:nvPr/>
        </p:nvSpPr>
        <p:spPr>
          <a:xfrm>
            <a:off x="8793480" y="3810000"/>
            <a:ext cx="3810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次へ</a:t>
            </a:r>
          </a:p>
        </p:txBody>
      </p:sp>
      <p:sp>
        <p:nvSpPr>
          <p:cNvPr id="34" name="caption-line-0">
            <a:extLst>
              <a:ext uri="{FF2B5EF4-FFF2-40B4-BE49-F238E27FC236}">
                <ns2:creationId id="{31737A52-48E1-40D1-8744-7A12741D245B}"/>
              </a:ext>
            </a:extLst>
          </p:cNvPr>
          <p:cNvSpPr>
            <a:spLocks noGrp="1"/>
          </p:cNvSpPr>
          <p:nvPr/>
        </p:nvSpPr>
        <p:spPr>
          <a:xfrm>
            <a:off x="365760" y="4486656"/>
            <a:ext cx="50139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直列の処理概要。更新・削除時の索引同期は別途設計する。</a:t>
            </a:r>
          </a:p>
        </p:txBody>
      </p:sp>
      <p:sp>
        <p:nvSpPr>
          <p:cNvPr id="35" name="reference-line-0">
            <a:extLst>
              <a:ext uri="{FF2B5EF4-FFF2-40B4-BE49-F238E27FC236}">
                <ns2:creationId id="{A36D05D1-3283-45E5-97FF-BDEF238E8A9B}"/>
              </a:ext>
            </a:extLst>
          </p:cNvPr>
          <p:cNvSpPr>
            <a:spLocks noGrp="1"/>
          </p:cNvSpPr>
          <p:nvPr/>
        </p:nvSpPr>
        <p:spPr>
          <a:xfrm>
            <a:off x="365760" y="6126480"/>
            <a:ext cx="1912025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作成原資料 / AWS RAG処理</a:t>
            </a:r>
          </a:p>
        </p:txBody>
      </p:sp>
      <p:sp>
        <p:nvSpPr>
          <p:cNvPr id="36" name="page-line-0">
            <a:extLst>
              <a:ext uri="{FF2B5EF4-FFF2-40B4-BE49-F238E27FC236}">
                <ns2:creationId id="{1AFB3A53-1041-40EB-AAD4-7DD8735920EB}"/>
              </a:ext>
            </a:extLst>
          </p:cNvPr>
          <p:cNvSpPr>
            <a:spLocks noGrp="1"/>
          </p:cNvSpPr>
          <p:nvPr/>
        </p:nvSpPr>
        <p:spPr>
          <a:xfrm>
            <a:off x="11216640" y="6126480"/>
            <a:ext cx="160853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</p:spTree>
    <p:extLst>
      <p:ext uri="{BB962C8B-B14F-4D97-AF65-F5344CB8AC3E}">
        <ns3:creationId val="210912904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heading-line-0">
            <a:extLst>
              <a:ext uri="{FF2B5EF4-FFF2-40B4-BE49-F238E27FC236}">
                <ns2:creationId id="{6006EF6B-B688-40DA-8E9F-39AE8FC5F4F3}"/>
              </a:ext>
            </a:extLst>
          </p:cNvPr>
          <p:cNvSpPr>
            <a:spLocks noGrp="1"/>
          </p:cNvSpPr>
          <p:nvPr/>
        </p:nvSpPr>
        <p:spPr>
          <a:xfrm>
            <a:off x="365760" y="432816"/>
            <a:ext cx="3429000" cy="4800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検索と回答生成の手順</a:t>
            </a:r>
          </a:p>
        </p:txBody>
      </p:sp>
      <p:sp>
        <p:nvSpPr>
          <p:cNvPr id="2" name="node-s0">
            <a:extLst>
              <a:ext uri="{FF2B5EF4-FFF2-40B4-BE49-F238E27FC236}">
                <ns2:creationId id="{A63BDAF2-089B-4932-AADF-C412B8910268}"/>
              </a:ext>
            </a:extLst>
          </p:cNvPr>
          <p:cNvSpPr>
            <a:spLocks noGrp="1"/>
          </p:cNvSpPr>
          <p:nvPr/>
        </p:nvSpPr>
        <p:spPr>
          <a:xfrm>
            <a:off x="365760" y="1645920"/>
            <a:ext cx="2727960" cy="201168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3" name="node-0-step-line-0">
            <a:extLst>
              <a:ext uri="{FF2B5EF4-FFF2-40B4-BE49-F238E27FC236}">
                <ns2:creationId id="{77783136-963D-471F-B07D-2417ED5246A0}"/>
              </a:ext>
            </a:extLst>
          </p:cNvPr>
          <p:cNvSpPr>
            <a:spLocks noGrp="1"/>
          </p:cNvSpPr>
          <p:nvPr/>
        </p:nvSpPr>
        <p:spPr>
          <a:xfrm>
            <a:off x="487680" y="1786128"/>
            <a:ext cx="624840" cy="2819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0">
                <a:solidFill>
                  <a:srgbClr val="111111"/>
                </a:solidFill>
                <a:latin typeface="Noto Sans Mono"/>
                <a:ea typeface="Noto Sans JP"/>
                <a:cs typeface="Noto Sans Mono"/>
              </a:rPr>
              <a:t>STEP 1</a:t>
            </a:r>
          </a:p>
        </p:txBody>
      </p:sp>
      <p:sp>
        <p:nvSpPr>
          <p:cNvPr id="4" name="node-0-title-line-0">
            <a:extLst>
              <a:ext uri="{FF2B5EF4-FFF2-40B4-BE49-F238E27FC236}">
                <ns2:creationId id="{E021BCF9-C5D8-41E6-854C-ADFA75690750}"/>
              </a:ext>
            </a:extLst>
          </p:cNvPr>
          <p:cNvSpPr>
            <a:spLocks noGrp="1"/>
          </p:cNvSpPr>
          <p:nvPr/>
        </p:nvSpPr>
        <p:spPr>
          <a:xfrm>
            <a:off x="487680" y="211378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質問処理</a:t>
            </a:r>
          </a:p>
        </p:txBody>
      </p:sp>
      <p:sp>
        <p:nvSpPr>
          <p:cNvPr id="5" name="node-0-purpose-line-0">
            <a:extLst>
              <a:ext uri="{FF2B5EF4-FFF2-40B4-BE49-F238E27FC236}">
                <ns2:creationId id="{46A1C961-F869-450E-ABAE-A33945527009}"/>
              </a:ext>
            </a:extLst>
          </p:cNvPr>
          <p:cNvSpPr>
            <a:spLocks noGrp="1"/>
          </p:cNvSpPr>
          <p:nvPr/>
        </p:nvSpPr>
        <p:spPr>
          <a:xfrm>
            <a:off x="487680" y="2497836"/>
            <a:ext cx="13563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質問を受け取る</a:t>
            </a:r>
          </a:p>
        </p:txBody>
      </p:sp>
      <p:sp>
        <p:nvSpPr>
          <p:cNvPr id="6" name="node-0-item-0-line-0">
            <a:extLst>
              <a:ext uri="{FF2B5EF4-FFF2-40B4-BE49-F238E27FC236}">
                <ns2:creationId id="{44139F1F-25CA-427F-8DF8-4B157E8CEB93}"/>
              </a:ext>
            </a:extLst>
          </p:cNvPr>
          <p:cNvSpPr>
            <a:spLocks noGrp="1"/>
          </p:cNvSpPr>
          <p:nvPr/>
        </p:nvSpPr>
        <p:spPr>
          <a:xfrm>
            <a:off x="487680" y="2817876"/>
            <a:ext cx="13563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検索用ベクトル</a:t>
            </a:r>
          </a:p>
        </p:txBody>
      </p:sp>
      <p:sp>
        <p:nvSpPr>
          <p:cNvPr id="7" name="node-s1">
            <a:extLst>
              <a:ext uri="{FF2B5EF4-FFF2-40B4-BE49-F238E27FC236}">
                <ns2:creationId id="{06AAAC09-FED3-4B9F-8012-98CCBFF26410}"/>
              </a:ext>
            </a:extLst>
          </p:cNvPr>
          <p:cNvSpPr>
            <a:spLocks noGrp="1"/>
          </p:cNvSpPr>
          <p:nvPr/>
        </p:nvSpPr>
        <p:spPr>
          <a:xfrm>
            <a:off x="3276600" y="1645920"/>
            <a:ext cx="2727960" cy="201168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8" name="node-1-step-line-0">
            <a:extLst>
              <a:ext uri="{FF2B5EF4-FFF2-40B4-BE49-F238E27FC236}">
                <ns2:creationId id="{80CDE656-112A-4CEC-83B8-DCD6DE9AA70E}"/>
              </a:ext>
            </a:extLst>
          </p:cNvPr>
          <p:cNvSpPr>
            <a:spLocks noGrp="1"/>
          </p:cNvSpPr>
          <p:nvPr/>
        </p:nvSpPr>
        <p:spPr>
          <a:xfrm>
            <a:off x="3398520" y="1786128"/>
            <a:ext cx="624840" cy="2819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0">
                <a:solidFill>
                  <a:srgbClr val="111111"/>
                </a:solidFill>
                <a:latin typeface="Noto Sans Mono"/>
                <a:ea typeface="Noto Sans JP"/>
                <a:cs typeface="Noto Sans Mono"/>
              </a:rPr>
              <a:t>STEP 2</a:t>
            </a:r>
          </a:p>
        </p:txBody>
      </p:sp>
      <p:sp>
        <p:nvSpPr>
          <p:cNvPr id="9" name="node-1-title-line-0">
            <a:extLst>
              <a:ext uri="{FF2B5EF4-FFF2-40B4-BE49-F238E27FC236}">
                <ns2:creationId id="{87D8F17A-7707-44A0-B7B8-70087E48B1D5}"/>
              </a:ext>
            </a:extLst>
          </p:cNvPr>
          <p:cNvSpPr>
            <a:spLocks noGrp="1"/>
          </p:cNvSpPr>
          <p:nvPr/>
        </p:nvSpPr>
        <p:spPr>
          <a:xfrm>
            <a:off x="3398520" y="211378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関連検索</a:t>
            </a:r>
          </a:p>
        </p:txBody>
      </p:sp>
      <p:sp>
        <p:nvSpPr>
          <p:cNvPr id="10" name="node-1-purpose-line-0">
            <a:extLst>
              <a:ext uri="{FF2B5EF4-FFF2-40B4-BE49-F238E27FC236}">
                <ns2:creationId id="{4F6E48C8-24C3-4415-B659-D87656FC3B24}"/>
              </a:ext>
            </a:extLst>
          </p:cNvPr>
          <p:cNvSpPr>
            <a:spLocks noGrp="1"/>
          </p:cNvSpPr>
          <p:nvPr/>
        </p:nvSpPr>
        <p:spPr>
          <a:xfrm>
            <a:off x="3398520" y="2497836"/>
            <a:ext cx="13563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候補を取り出す</a:t>
            </a:r>
          </a:p>
        </p:txBody>
      </p:sp>
      <p:sp>
        <p:nvSpPr>
          <p:cNvPr id="11" name="node-1-item-0-line-0">
            <a:extLst>
              <a:ext uri="{FF2B5EF4-FFF2-40B4-BE49-F238E27FC236}">
                <ns2:creationId id="{835BDAA0-F5E0-469E-A9FE-5D9F2B034C7D}"/>
              </a:ext>
            </a:extLst>
          </p:cNvPr>
          <p:cNvSpPr>
            <a:spLocks noGrp="1"/>
          </p:cNvSpPr>
          <p:nvPr/>
        </p:nvSpPr>
        <p:spPr>
          <a:xfrm>
            <a:off x="3398520" y="2817876"/>
            <a:ext cx="13563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権限で絞り込む</a:t>
            </a:r>
          </a:p>
        </p:txBody>
      </p:sp>
      <p:sp>
        <p:nvSpPr>
          <p:cNvPr id="12" name="node-s2">
            <a:extLst>
              <a:ext uri="{FF2B5EF4-FFF2-40B4-BE49-F238E27FC236}">
                <ns2:creationId id="{D2A7D9A4-AE80-4AF0-B5C6-D79A6B1A5059}"/>
              </a:ext>
            </a:extLst>
          </p:cNvPr>
          <p:cNvSpPr>
            <a:spLocks noGrp="1"/>
          </p:cNvSpPr>
          <p:nvPr/>
        </p:nvSpPr>
        <p:spPr>
          <a:xfrm>
            <a:off x="6187440" y="1645920"/>
            <a:ext cx="2727960" cy="201168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13" name="node-2-step-line-0">
            <a:extLst>
              <a:ext uri="{FF2B5EF4-FFF2-40B4-BE49-F238E27FC236}">
                <ns2:creationId id="{5D5BBE99-19F6-4D9C-85BA-2207095195E2}"/>
              </a:ext>
            </a:extLst>
          </p:cNvPr>
          <p:cNvSpPr>
            <a:spLocks noGrp="1"/>
          </p:cNvSpPr>
          <p:nvPr/>
        </p:nvSpPr>
        <p:spPr>
          <a:xfrm>
            <a:off x="6309360" y="1786128"/>
            <a:ext cx="624840" cy="2819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0">
                <a:solidFill>
                  <a:srgbClr val="111111"/>
                </a:solidFill>
                <a:latin typeface="Noto Sans Mono"/>
                <a:ea typeface="Noto Sans JP"/>
                <a:cs typeface="Noto Sans Mono"/>
              </a:rPr>
              <a:t>STEP 3</a:t>
            </a:r>
          </a:p>
        </p:txBody>
      </p:sp>
      <p:sp>
        <p:nvSpPr>
          <p:cNvPr id="14" name="node-2-title-line-0">
            <a:extLst>
              <a:ext uri="{FF2B5EF4-FFF2-40B4-BE49-F238E27FC236}">
                <ns2:creationId id="{97CD68BA-BB96-4C82-8D3C-7BF49DA4D26B}"/>
              </a:ext>
            </a:extLst>
          </p:cNvPr>
          <p:cNvSpPr>
            <a:spLocks noGrp="1"/>
          </p:cNvSpPr>
          <p:nvPr/>
        </p:nvSpPr>
        <p:spPr>
          <a:xfrm>
            <a:off x="6309360" y="211378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文脈構成</a:t>
            </a:r>
          </a:p>
        </p:txBody>
      </p:sp>
      <p:sp>
        <p:nvSpPr>
          <p:cNvPr id="15" name="node-2-purpose-line-0">
            <a:extLst>
              <a:ext uri="{FF2B5EF4-FFF2-40B4-BE49-F238E27FC236}">
                <ns2:creationId id="{B4C381D1-CA3E-46C5-9BFD-1F130990573D}"/>
              </a:ext>
            </a:extLst>
          </p:cNvPr>
          <p:cNvSpPr>
            <a:spLocks noGrp="1"/>
          </p:cNvSpPr>
          <p:nvPr/>
        </p:nvSpPr>
        <p:spPr>
          <a:xfrm>
            <a:off x="6309360" y="2497836"/>
            <a:ext cx="153924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質問と根拠を渡す</a:t>
            </a:r>
          </a:p>
        </p:txBody>
      </p:sp>
      <p:sp>
        <p:nvSpPr>
          <p:cNvPr id="16" name="node-2-item-0-line-0">
            <a:extLst>
              <a:ext uri="{FF2B5EF4-FFF2-40B4-BE49-F238E27FC236}">
                <ns2:creationId id="{D71FA1CB-D25A-468B-B909-BA7ECEF924D0}"/>
              </a:ext>
            </a:extLst>
          </p:cNvPr>
          <p:cNvSpPr>
            <a:spLocks noGrp="1"/>
          </p:cNvSpPr>
          <p:nvPr/>
        </p:nvSpPr>
        <p:spPr>
          <a:xfrm>
            <a:off x="6309360" y="2817876"/>
            <a:ext cx="99060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出典も保持</a:t>
            </a:r>
          </a:p>
        </p:txBody>
      </p:sp>
      <p:sp>
        <p:nvSpPr>
          <p:cNvPr id="17" name="node-s3">
            <a:extLst>
              <a:ext uri="{FF2B5EF4-FFF2-40B4-BE49-F238E27FC236}">
                <ns2:creationId id="{EED6DBBD-02FA-4510-B5EB-32A245B94996}"/>
              </a:ext>
            </a:extLst>
          </p:cNvPr>
          <p:cNvSpPr>
            <a:spLocks noGrp="1"/>
          </p:cNvSpPr>
          <p:nvPr/>
        </p:nvSpPr>
        <p:spPr>
          <a:xfrm>
            <a:off x="9098280" y="1645920"/>
            <a:ext cx="2727960" cy="201168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18" name="node-3-step-line-0">
            <a:extLst>
              <a:ext uri="{FF2B5EF4-FFF2-40B4-BE49-F238E27FC236}">
                <ns2:creationId id="{81375EC5-E8D6-4FE5-B747-49871765DE62}"/>
              </a:ext>
            </a:extLst>
          </p:cNvPr>
          <p:cNvSpPr>
            <a:spLocks noGrp="1"/>
          </p:cNvSpPr>
          <p:nvPr/>
        </p:nvSpPr>
        <p:spPr>
          <a:xfrm>
            <a:off x="9220200" y="1786128"/>
            <a:ext cx="624840" cy="28194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Mono"/>
                <a:ea typeface="Noto Sans Mono"/>
                <a:cs typeface="Noto Sans Mono"/>
              </a:defRPr>
            </a:pPr>
            <a:r>
              <a:rPr sz="1200" b="0">
                <a:solidFill>
                  <a:srgbClr val="111111"/>
                </a:solidFill>
                <a:latin typeface="Noto Sans Mono"/>
                <a:ea typeface="Noto Sans JP"/>
                <a:cs typeface="Noto Sans Mono"/>
              </a:rPr>
              <a:t>STEP 4</a:t>
            </a:r>
          </a:p>
        </p:txBody>
      </p:sp>
      <p:sp>
        <p:nvSpPr>
          <p:cNvPr id="19" name="node-3-title-line-0">
            <a:extLst>
              <a:ext uri="{FF2B5EF4-FFF2-40B4-BE49-F238E27FC236}">
                <ns2:creationId id="{759A0138-8BF5-4FCD-9E52-72D21B53E487}"/>
              </a:ext>
            </a:extLst>
          </p:cNvPr>
          <p:cNvSpPr>
            <a:spLocks noGrp="1"/>
          </p:cNvSpPr>
          <p:nvPr/>
        </p:nvSpPr>
        <p:spPr>
          <a:xfrm>
            <a:off x="9220200" y="211378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回答生成</a:t>
            </a:r>
          </a:p>
        </p:txBody>
      </p:sp>
      <p:sp>
        <p:nvSpPr>
          <p:cNvPr id="20" name="node-3-purpose-line-0">
            <a:extLst>
              <a:ext uri="{FF2B5EF4-FFF2-40B4-BE49-F238E27FC236}">
                <ns2:creationId id="{C0614D9E-7A36-4E38-8A78-8DAC7AD3EB94}"/>
              </a:ext>
            </a:extLst>
          </p:cNvPr>
          <p:cNvSpPr>
            <a:spLocks noGrp="1"/>
          </p:cNvSpPr>
          <p:nvPr/>
        </p:nvSpPr>
        <p:spPr>
          <a:xfrm>
            <a:off x="9220200" y="2497836"/>
            <a:ext cx="1154906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LLMで文章化</a:t>
            </a:r>
          </a:p>
        </p:txBody>
      </p:sp>
      <p:sp>
        <p:nvSpPr>
          <p:cNvPr id="21" name="node-3-item-0-line-0">
            <a:extLst>
              <a:ext uri="{FF2B5EF4-FFF2-40B4-BE49-F238E27FC236}">
                <ns2:creationId id="{97624900-BE19-453D-A63B-D25B25BB3EDD}"/>
              </a:ext>
            </a:extLst>
          </p:cNvPr>
          <p:cNvSpPr>
            <a:spLocks noGrp="1"/>
          </p:cNvSpPr>
          <p:nvPr/>
        </p:nvSpPr>
        <p:spPr>
          <a:xfrm>
            <a:off x="9220200" y="2817876"/>
            <a:ext cx="117348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参照元を提示</a:t>
            </a:r>
          </a:p>
        </p:txBody>
      </p:sp>
      <p:sp>
        <p:nvSpPr>
          <p:cNvPr id="22" name="edge-0-segment-0">
            <a:extLst>
              <a:ext uri="{FF2B5EF4-FFF2-40B4-BE49-F238E27FC236}">
                <ns2:creationId id="{01199279-A648-46F3-9097-25150604BECA}"/>
              </a:ext>
            </a:extLst>
          </p:cNvPr>
          <p:cNvSpPr>
            <a:spLocks noGrp="1"/>
          </p:cNvSpPr>
          <p:nvPr/>
        </p:nvSpPr>
        <p:spPr>
          <a:xfrm flipV="0">
            <a:off x="3093720" y="2651760"/>
            <a:ext cx="152400" cy="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3" name="edge-0-segment-1">
            <a:extLst>
              <a:ext uri="{FF2B5EF4-FFF2-40B4-BE49-F238E27FC236}">
                <ns2:creationId id="{3E862D0A-9249-4AD0-87BB-E878A90A0C9F}"/>
              </a:ext>
            </a:extLst>
          </p:cNvPr>
          <p:cNvSpPr>
            <a:spLocks noGrp="1"/>
          </p:cNvSpPr>
          <p:nvPr/>
        </p:nvSpPr>
        <p:spPr>
          <a:xfrm flipV="0">
            <a:off x="3185160" y="260604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4" name="edge-0-segment-2">
            <a:extLst>
              <a:ext uri="{FF2B5EF4-FFF2-40B4-BE49-F238E27FC236}">
                <ns2:creationId id="{4D1A6DB9-6F9A-4676-9A42-3EFDEF163D85}"/>
              </a:ext>
            </a:extLst>
          </p:cNvPr>
          <p:cNvSpPr>
            <a:spLocks noGrp="1"/>
          </p:cNvSpPr>
          <p:nvPr/>
        </p:nvSpPr>
        <p:spPr>
          <a:xfrm flipV="1">
            <a:off x="3185160" y="265176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5" name="edge-label-0-line-0">
            <a:extLst>
              <a:ext uri="{FF2B5EF4-FFF2-40B4-BE49-F238E27FC236}">
                <ns2:creationId id="{8F9E330A-7DFB-46C1-8122-EB1D7270AECB}"/>
              </a:ext>
            </a:extLst>
          </p:cNvPr>
          <p:cNvSpPr>
            <a:spLocks noGrp="1"/>
          </p:cNvSpPr>
          <p:nvPr/>
        </p:nvSpPr>
        <p:spPr>
          <a:xfrm>
            <a:off x="2971800" y="3810000"/>
            <a:ext cx="3810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次へ</a:t>
            </a:r>
          </a:p>
        </p:txBody>
      </p:sp>
      <p:sp>
        <p:nvSpPr>
          <p:cNvPr id="26" name="edge-1-segment-0">
            <a:extLst>
              <a:ext uri="{FF2B5EF4-FFF2-40B4-BE49-F238E27FC236}">
                <ns2:creationId id="{41BBF855-6A4D-48DB-BFDE-5F3FE1C9AB3E}"/>
              </a:ext>
            </a:extLst>
          </p:cNvPr>
          <p:cNvSpPr>
            <a:spLocks noGrp="1"/>
          </p:cNvSpPr>
          <p:nvPr/>
        </p:nvSpPr>
        <p:spPr>
          <a:xfrm flipV="0">
            <a:off x="6004560" y="2651760"/>
            <a:ext cx="152400" cy="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7" name="edge-1-segment-1">
            <a:extLst>
              <a:ext uri="{FF2B5EF4-FFF2-40B4-BE49-F238E27FC236}">
                <ns2:creationId id="{B0E0002B-AE33-4B34-B42B-80434DB0D293}"/>
              </a:ext>
            </a:extLst>
          </p:cNvPr>
          <p:cNvSpPr>
            <a:spLocks noGrp="1"/>
          </p:cNvSpPr>
          <p:nvPr/>
        </p:nvSpPr>
        <p:spPr>
          <a:xfrm flipV="0">
            <a:off x="6096000" y="260604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8" name="edge-1-segment-2">
            <a:extLst>
              <a:ext uri="{FF2B5EF4-FFF2-40B4-BE49-F238E27FC236}">
                <ns2:creationId id="{7F3017F6-DD42-449B-AF07-C4D6348EAA90}"/>
              </a:ext>
            </a:extLst>
          </p:cNvPr>
          <p:cNvSpPr>
            <a:spLocks noGrp="1"/>
          </p:cNvSpPr>
          <p:nvPr/>
        </p:nvSpPr>
        <p:spPr>
          <a:xfrm flipV="1">
            <a:off x="6096000" y="265176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29" name="edge-label-1-line-0">
            <a:extLst>
              <a:ext uri="{FF2B5EF4-FFF2-40B4-BE49-F238E27FC236}">
                <ns2:creationId id="{0837774D-6AFA-49A2-810A-7A74309B83A6}"/>
              </a:ext>
            </a:extLst>
          </p:cNvPr>
          <p:cNvSpPr>
            <a:spLocks noGrp="1"/>
          </p:cNvSpPr>
          <p:nvPr/>
        </p:nvSpPr>
        <p:spPr>
          <a:xfrm>
            <a:off x="5882640" y="3810000"/>
            <a:ext cx="3810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次へ</a:t>
            </a:r>
          </a:p>
        </p:txBody>
      </p:sp>
      <p:sp>
        <p:nvSpPr>
          <p:cNvPr id="30" name="edge-2-segment-0">
            <a:extLst>
              <a:ext uri="{FF2B5EF4-FFF2-40B4-BE49-F238E27FC236}">
                <ns2:creationId id="{3EE93A70-6A30-4AFC-B52F-9A77E8C49DC6}"/>
              </a:ext>
            </a:extLst>
          </p:cNvPr>
          <p:cNvSpPr>
            <a:spLocks noGrp="1"/>
          </p:cNvSpPr>
          <p:nvPr/>
        </p:nvSpPr>
        <p:spPr>
          <a:xfrm flipV="0">
            <a:off x="8915400" y="2651760"/>
            <a:ext cx="152400" cy="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31" name="edge-2-segment-1">
            <a:extLst>
              <a:ext uri="{FF2B5EF4-FFF2-40B4-BE49-F238E27FC236}">
                <ns2:creationId id="{A219BD91-9868-435A-8496-B110B230E8A6}"/>
              </a:ext>
            </a:extLst>
          </p:cNvPr>
          <p:cNvSpPr>
            <a:spLocks noGrp="1"/>
          </p:cNvSpPr>
          <p:nvPr/>
        </p:nvSpPr>
        <p:spPr>
          <a:xfrm flipV="0">
            <a:off x="9006840" y="260604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32" name="edge-2-segment-2">
            <a:extLst>
              <a:ext uri="{FF2B5EF4-FFF2-40B4-BE49-F238E27FC236}">
                <ns2:creationId id="{F453DF43-C607-4927-99A4-AC16FB599EC4}"/>
              </a:ext>
            </a:extLst>
          </p:cNvPr>
          <p:cNvSpPr>
            <a:spLocks noGrp="1"/>
          </p:cNvSpPr>
          <p:nvPr/>
        </p:nvSpPr>
        <p:spPr>
          <a:xfrm flipV="1">
            <a:off x="9006840" y="2651760"/>
            <a:ext cx="60960" cy="45720"/>
          </a:xfrm>
          <a:prstGeom prst="line">
            <a:avLst/>
          </a:prstGeom>
          <a:noFill/>
          <a:ln w="7620">
            <a:solidFill>
              <a:srgbClr val="111111"/>
            </a:solidFill>
          </a:ln>
        </p:spPr>
      </p:sp>
      <p:sp>
        <p:nvSpPr>
          <p:cNvPr id="33" name="edge-label-2-line-0">
            <a:extLst>
              <a:ext uri="{FF2B5EF4-FFF2-40B4-BE49-F238E27FC236}">
                <ns2:creationId id="{82BA4EF4-9413-41E2-BC34-03B7FA229A23}"/>
              </a:ext>
            </a:extLst>
          </p:cNvPr>
          <p:cNvSpPr>
            <a:spLocks noGrp="1"/>
          </p:cNvSpPr>
          <p:nvPr/>
        </p:nvSpPr>
        <p:spPr>
          <a:xfrm>
            <a:off x="8793480" y="3810000"/>
            <a:ext cx="3810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次へ</a:t>
            </a:r>
          </a:p>
        </p:txBody>
      </p:sp>
      <p:sp>
        <p:nvSpPr>
          <p:cNvPr id="34" name="caption-line-0">
            <a:extLst>
              <a:ext uri="{FF2B5EF4-FFF2-40B4-BE49-F238E27FC236}">
                <ns2:creationId id="{1E61C31C-2B08-4247-81DD-42CD9160C203}"/>
              </a:ext>
            </a:extLst>
          </p:cNvPr>
          <p:cNvSpPr>
            <a:spLocks noGrp="1"/>
          </p:cNvSpPr>
          <p:nvPr/>
        </p:nvSpPr>
        <p:spPr>
          <a:xfrm>
            <a:off x="365760" y="4486656"/>
            <a:ext cx="519684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基本順序。権限の適用は検索・文脈構成の両段階で確認する。</a:t>
            </a:r>
          </a:p>
        </p:txBody>
      </p:sp>
      <p:sp>
        <p:nvSpPr>
          <p:cNvPr id="35" name="reference-line-0">
            <a:extLst>
              <a:ext uri="{FF2B5EF4-FFF2-40B4-BE49-F238E27FC236}">
                <ns2:creationId id="{21DECEBA-ADE4-4809-AA59-0DE12E80284E}"/>
              </a:ext>
            </a:extLst>
          </p:cNvPr>
          <p:cNvSpPr>
            <a:spLocks noGrp="1"/>
          </p:cNvSpPr>
          <p:nvPr/>
        </p:nvSpPr>
        <p:spPr>
          <a:xfrm>
            <a:off x="365760" y="6126480"/>
            <a:ext cx="4364355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作成原資料 / AWS RAG概説 / AWS RAG処理 / AWS RAG安全設計</a:t>
            </a:r>
          </a:p>
        </p:txBody>
      </p:sp>
      <p:sp>
        <p:nvSpPr>
          <p:cNvPr id="36" name="page-line-0">
            <a:extLst>
              <a:ext uri="{FF2B5EF4-FFF2-40B4-BE49-F238E27FC236}">
                <ns2:creationId id="{C9DC1D0C-3DC9-482A-BAAF-A92D36627EA7}"/>
              </a:ext>
            </a:extLst>
          </p:cNvPr>
          <p:cNvSpPr>
            <a:spLocks noGrp="1"/>
          </p:cNvSpPr>
          <p:nvPr/>
        </p:nvSpPr>
        <p:spPr>
          <a:xfrm>
            <a:off x="11216640" y="6126480"/>
            <a:ext cx="160853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</p:spTree>
    <p:extLst>
      <p:ext uri="{BB962C8B-B14F-4D97-AF65-F5344CB8AC3E}">
        <ns3:creationId val="422488695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3" name="heading-line-0">
            <a:extLst>
              <a:ext uri="{FF2B5EF4-FFF2-40B4-BE49-F238E27FC236}">
                <ns2:creationId id="{3D03A868-DBBA-41FA-B3EC-B42EC4238824}"/>
              </a:ext>
            </a:extLst>
          </p:cNvPr>
          <p:cNvSpPr>
            <a:spLocks noGrp="1"/>
          </p:cNvSpPr>
          <p:nvPr/>
        </p:nvSpPr>
        <p:spPr>
          <a:xfrm>
            <a:off x="365760" y="432816"/>
            <a:ext cx="5105400" cy="4800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検索品質と回答品質を分けて評価</a:t>
            </a:r>
          </a:p>
        </p:txBody>
      </p:sp>
      <p:sp>
        <p:nvSpPr>
          <p:cNvPr id="2" name="leftLabel-line-0">
            <a:extLst>
              <a:ext uri="{FF2B5EF4-FFF2-40B4-BE49-F238E27FC236}">
                <ns2:creationId id="{3FA202DD-4AB2-4F62-A4DB-7513425FEF4E}"/>
              </a:ext>
            </a:extLst>
          </p:cNvPr>
          <p:cNvSpPr>
            <a:spLocks noGrp="1"/>
          </p:cNvSpPr>
          <p:nvPr/>
        </p:nvSpPr>
        <p:spPr>
          <a:xfrm>
            <a:off x="2194560" y="1328928"/>
            <a:ext cx="129540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検索の評価</a:t>
            </a:r>
          </a:p>
        </p:txBody>
      </p:sp>
      <p:sp>
        <p:nvSpPr>
          <p:cNvPr id="3" name="rightLabel-line-0">
            <a:extLst>
              <a:ext uri="{FF2B5EF4-FFF2-40B4-BE49-F238E27FC236}">
                <ns2:creationId id="{F5EEE7A9-2CD1-4332-BFDB-F216E60D818F}"/>
              </a:ext>
            </a:extLst>
          </p:cNvPr>
          <p:cNvSpPr>
            <a:spLocks noGrp="1"/>
          </p:cNvSpPr>
          <p:nvPr/>
        </p:nvSpPr>
        <p:spPr>
          <a:xfrm>
            <a:off x="7101840" y="1328928"/>
            <a:ext cx="129540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回答の評価</a:t>
            </a:r>
          </a:p>
        </p:txBody>
      </p:sp>
      <p:sp>
        <p:nvSpPr>
          <p:cNvPr id="4" name="header-line-segment-0">
            <a:extLst>
              <a:ext uri="{FF2B5EF4-FFF2-40B4-BE49-F238E27FC236}">
                <ns2:creationId id="{EE1CC370-54F7-416C-9EAB-F990D02AF98D}"/>
              </a:ext>
            </a:extLst>
          </p:cNvPr>
          <p:cNvSpPr>
            <a:spLocks noGrp="1"/>
          </p:cNvSpPr>
          <p:nvPr/>
        </p:nvSpPr>
        <p:spPr>
          <a:xfrm flipV="0">
            <a:off x="365760" y="188976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5" name="axis-0-line-0">
            <a:extLst>
              <a:ext uri="{FF2B5EF4-FFF2-40B4-BE49-F238E27FC236}">
                <ns2:creationId id="{3160CFE9-FE25-4B69-ADD7-AA9BE7A6BA98}"/>
              </a:ext>
            </a:extLst>
          </p:cNvPr>
          <p:cNvSpPr>
            <a:spLocks noGrp="1"/>
          </p:cNvSpPr>
          <p:nvPr/>
        </p:nvSpPr>
        <p:spPr>
          <a:xfrm>
            <a:off x="365760" y="2042160"/>
            <a:ext cx="3810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対象</a:t>
            </a:r>
          </a:p>
        </p:txBody>
      </p:sp>
      <p:sp>
        <p:nvSpPr>
          <p:cNvPr id="6" name="value-left-0-line-0">
            <a:extLst>
              <a:ext uri="{FF2B5EF4-FFF2-40B4-BE49-F238E27FC236}">
                <ns2:creationId id="{3CC7E0DE-386E-4068-9D0C-5079B99DD580}"/>
              </a:ext>
            </a:extLst>
          </p:cNvPr>
          <p:cNvSpPr>
            <a:spLocks noGrp="1"/>
          </p:cNvSpPr>
          <p:nvPr/>
        </p:nvSpPr>
        <p:spPr>
          <a:xfrm>
            <a:off x="2194560" y="2048256"/>
            <a:ext cx="22707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必要な根拠を取得できたか</a:t>
            </a:r>
          </a:p>
        </p:txBody>
      </p:sp>
      <p:sp>
        <p:nvSpPr>
          <p:cNvPr id="7" name="value-right-0-line-0">
            <a:extLst>
              <a:ext uri="{FF2B5EF4-FFF2-40B4-BE49-F238E27FC236}">
                <ns2:creationId id="{DAE52D91-4527-4309-9FA0-5ECCA82679BD}"/>
              </a:ext>
            </a:extLst>
          </p:cNvPr>
          <p:cNvSpPr>
            <a:spLocks noGrp="1"/>
          </p:cNvSpPr>
          <p:nvPr/>
        </p:nvSpPr>
        <p:spPr>
          <a:xfrm>
            <a:off x="7101840" y="2048256"/>
            <a:ext cx="22707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質問に答え、根拠に忠実か</a:t>
            </a:r>
          </a:p>
        </p:txBody>
      </p:sp>
      <p:sp>
        <p:nvSpPr>
          <p:cNvPr id="8" name="comparison-row-0-segment-0">
            <a:extLst>
              <a:ext uri="{FF2B5EF4-FFF2-40B4-BE49-F238E27FC236}">
                <ns2:creationId id="{E2D1BC2D-46BE-4647-B030-6840724798BC}"/>
              </a:ext>
            </a:extLst>
          </p:cNvPr>
          <p:cNvSpPr>
            <a:spLocks noGrp="1"/>
          </p:cNvSpPr>
          <p:nvPr/>
        </p:nvSpPr>
        <p:spPr>
          <a:xfrm flipV="0">
            <a:off x="365760" y="256032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9" name="axis-1-line-0">
            <a:extLst>
              <a:ext uri="{FF2B5EF4-FFF2-40B4-BE49-F238E27FC236}">
                <ns2:creationId id="{1DC7C28C-A093-45D2-B1D8-314B22D7C4F9}"/>
              </a:ext>
            </a:extLst>
          </p:cNvPr>
          <p:cNvSpPr>
            <a:spLocks noGrp="1"/>
          </p:cNvSpPr>
          <p:nvPr/>
        </p:nvSpPr>
        <p:spPr>
          <a:xfrm>
            <a:off x="365760" y="2712720"/>
            <a:ext cx="6858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評価資料</a:t>
            </a:r>
          </a:p>
        </p:txBody>
      </p:sp>
      <p:sp>
        <p:nvSpPr>
          <p:cNvPr id="10" name="value-left-1-line-0">
            <a:extLst>
              <a:ext uri="{FF2B5EF4-FFF2-40B4-BE49-F238E27FC236}">
                <ns2:creationId id="{35F0C5BB-C522-4DFD-B6ED-65548396D5E6}"/>
              </a:ext>
            </a:extLst>
          </p:cNvPr>
          <p:cNvSpPr>
            <a:spLocks noGrp="1"/>
          </p:cNvSpPr>
          <p:nvPr/>
        </p:nvSpPr>
        <p:spPr>
          <a:xfrm>
            <a:off x="2194560" y="2718816"/>
            <a:ext cx="22707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質問と正解文書を用意する</a:t>
            </a:r>
          </a:p>
        </p:txBody>
      </p:sp>
      <p:sp>
        <p:nvSpPr>
          <p:cNvPr id="11" name="value-right-1-line-0">
            <a:extLst>
              <a:ext uri="{FF2B5EF4-FFF2-40B4-BE49-F238E27FC236}">
                <ns2:creationId id="{9770EC7C-90E8-4F7F-B9B2-9AF411050D07}"/>
              </a:ext>
            </a:extLst>
          </p:cNvPr>
          <p:cNvSpPr>
            <a:spLocks noGrp="1"/>
          </p:cNvSpPr>
          <p:nvPr/>
        </p:nvSpPr>
        <p:spPr>
          <a:xfrm>
            <a:off x="7101840" y="2718816"/>
            <a:ext cx="281940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回答・検索文脈・期待結果を確認</a:t>
            </a:r>
          </a:p>
        </p:txBody>
      </p:sp>
      <p:sp>
        <p:nvSpPr>
          <p:cNvPr id="12" name="comparison-row-1-segment-0">
            <a:extLst>
              <a:ext uri="{FF2B5EF4-FFF2-40B4-BE49-F238E27FC236}">
                <ns2:creationId id="{82FFEF7A-A346-4B6F-B62C-577620B48693}"/>
              </a:ext>
            </a:extLst>
          </p:cNvPr>
          <p:cNvSpPr>
            <a:spLocks noGrp="1"/>
          </p:cNvSpPr>
          <p:nvPr/>
        </p:nvSpPr>
        <p:spPr>
          <a:xfrm flipV="0">
            <a:off x="365760" y="323088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13" name="axis-2-line-0">
            <a:extLst>
              <a:ext uri="{FF2B5EF4-FFF2-40B4-BE49-F238E27FC236}">
                <ns2:creationId id="{5BD30999-BBAC-4B57-9BE9-80EE78F99508}"/>
              </a:ext>
            </a:extLst>
          </p:cNvPr>
          <p:cNvSpPr>
            <a:spLocks noGrp="1"/>
          </p:cNvSpPr>
          <p:nvPr/>
        </p:nvSpPr>
        <p:spPr>
          <a:xfrm>
            <a:off x="365760" y="3383280"/>
            <a:ext cx="5334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不具合</a:t>
            </a:r>
          </a:p>
        </p:txBody>
      </p:sp>
      <p:sp>
        <p:nvSpPr>
          <p:cNvPr id="14" name="value-left-2-line-0">
            <a:extLst>
              <a:ext uri="{FF2B5EF4-FFF2-40B4-BE49-F238E27FC236}">
                <ns2:creationId id="{83B30733-3D50-4579-91A7-9CCAA19624BE}"/>
              </a:ext>
            </a:extLst>
          </p:cNvPr>
          <p:cNvSpPr>
            <a:spLocks noGrp="1"/>
          </p:cNvSpPr>
          <p:nvPr/>
        </p:nvSpPr>
        <p:spPr>
          <a:xfrm>
            <a:off x="2194560" y="3389376"/>
            <a:ext cx="2984063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チャンク、索引、検索条件を調べる</a:t>
            </a:r>
          </a:p>
        </p:txBody>
      </p:sp>
      <p:sp>
        <p:nvSpPr>
          <p:cNvPr id="15" name="value-right-2-line-0">
            <a:extLst>
              <a:ext uri="{FF2B5EF4-FFF2-40B4-BE49-F238E27FC236}">
                <ns2:creationId id="{32FA7C52-A777-44E9-8517-56E16F56C709}"/>
              </a:ext>
            </a:extLst>
          </p:cNvPr>
          <p:cNvSpPr>
            <a:spLocks noGrp="1"/>
          </p:cNvSpPr>
          <p:nvPr/>
        </p:nvSpPr>
        <p:spPr>
          <a:xfrm>
            <a:off x="7101840" y="3389376"/>
            <a:ext cx="281940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根拠不足、指示、モデルを調べる</a:t>
            </a:r>
          </a:p>
        </p:txBody>
      </p:sp>
      <p:sp>
        <p:nvSpPr>
          <p:cNvPr id="16" name="comparison-row-2-segment-0">
            <a:extLst>
              <a:ext uri="{FF2B5EF4-FFF2-40B4-BE49-F238E27FC236}">
                <ns2:creationId id="{AE115914-7869-4155-AB3E-C47AEA36C073}"/>
              </a:ext>
            </a:extLst>
          </p:cNvPr>
          <p:cNvSpPr>
            <a:spLocks noGrp="1"/>
          </p:cNvSpPr>
          <p:nvPr/>
        </p:nvSpPr>
        <p:spPr>
          <a:xfrm flipV="0">
            <a:off x="365760" y="390144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17" name="axis-3-line-0">
            <a:extLst>
              <a:ext uri="{FF2B5EF4-FFF2-40B4-BE49-F238E27FC236}">
                <ns2:creationId id="{86924C18-D1DC-4C93-8C09-1E195B01F26B}"/>
              </a:ext>
            </a:extLst>
          </p:cNvPr>
          <p:cNvSpPr>
            <a:spLocks noGrp="1"/>
          </p:cNvSpPr>
          <p:nvPr/>
        </p:nvSpPr>
        <p:spPr>
          <a:xfrm>
            <a:off x="365760" y="4053840"/>
            <a:ext cx="6858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比較方法</a:t>
            </a:r>
          </a:p>
        </p:txBody>
      </p:sp>
      <p:sp>
        <p:nvSpPr>
          <p:cNvPr id="18" name="value-left-3-line-0">
            <a:extLst>
              <a:ext uri="{FF2B5EF4-FFF2-40B4-BE49-F238E27FC236}">
                <ns2:creationId id="{75D6A537-D54E-4CFC-BA7D-4659601CFD07}"/>
              </a:ext>
            </a:extLst>
          </p:cNvPr>
          <p:cNvSpPr>
            <a:spLocks noGrp="1"/>
          </p:cNvSpPr>
          <p:nvPr/>
        </p:nvSpPr>
        <p:spPr>
          <a:xfrm>
            <a:off x="2194560" y="4059936"/>
            <a:ext cx="263652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同じ質問集合で変更前後を比較</a:t>
            </a:r>
          </a:p>
        </p:txBody>
      </p:sp>
      <p:sp>
        <p:nvSpPr>
          <p:cNvPr id="19" name="value-right-3-line-0">
            <a:extLst>
              <a:ext uri="{FF2B5EF4-FFF2-40B4-BE49-F238E27FC236}">
                <ns2:creationId id="{E8AA72E7-914D-4DB8-88EE-485D2D9B8EE5}"/>
              </a:ext>
            </a:extLst>
          </p:cNvPr>
          <p:cNvSpPr>
            <a:spLocks noGrp="1"/>
          </p:cNvSpPr>
          <p:nvPr/>
        </p:nvSpPr>
        <p:spPr>
          <a:xfrm>
            <a:off x="7101840" y="4059936"/>
            <a:ext cx="172212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人の確認を併用する</a:t>
            </a:r>
          </a:p>
        </p:txBody>
      </p:sp>
      <p:sp>
        <p:nvSpPr>
          <p:cNvPr id="20" name="comparison-row-3-segment-0">
            <a:extLst>
              <a:ext uri="{FF2B5EF4-FFF2-40B4-BE49-F238E27FC236}">
                <ns2:creationId id="{F6EF8B99-769A-492F-A220-C9500217A507}"/>
              </a:ext>
            </a:extLst>
          </p:cNvPr>
          <p:cNvSpPr>
            <a:spLocks noGrp="1"/>
          </p:cNvSpPr>
          <p:nvPr/>
        </p:nvSpPr>
        <p:spPr>
          <a:xfrm flipV="0">
            <a:off x="365760" y="457200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21" name="reference-line-0">
            <a:extLst>
              <a:ext uri="{FF2B5EF4-FFF2-40B4-BE49-F238E27FC236}">
                <ns2:creationId id="{C705416A-E117-40BA-ADAD-C3BF4FA506DE}"/>
              </a:ext>
            </a:extLst>
          </p:cNvPr>
          <p:cNvSpPr>
            <a:spLocks noGrp="1"/>
          </p:cNvSpPr>
          <p:nvPr/>
        </p:nvSpPr>
        <p:spPr>
          <a:xfrm>
            <a:off x="365760" y="6126480"/>
            <a:ext cx="1912025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作成原資料 / AWS RAG評価</a:t>
            </a:r>
          </a:p>
        </p:txBody>
      </p:sp>
      <p:sp>
        <p:nvSpPr>
          <p:cNvPr id="22" name="page-line-0">
            <a:extLst>
              <a:ext uri="{FF2B5EF4-FFF2-40B4-BE49-F238E27FC236}">
                <ns2:creationId id="{678BB13A-B1E1-499F-AEE9-6E82F4341D44}"/>
              </a:ext>
            </a:extLst>
          </p:cNvPr>
          <p:cNvSpPr>
            <a:spLocks noGrp="1"/>
          </p:cNvSpPr>
          <p:nvPr/>
        </p:nvSpPr>
        <p:spPr>
          <a:xfrm>
            <a:off x="11216640" y="6126480"/>
            <a:ext cx="160853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</p:spTree>
    <p:extLst>
      <p:ext uri="{BB962C8B-B14F-4D97-AF65-F5344CB8AC3E}">
        <ns3:creationId val="44755302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heading-line-0">
            <a:extLst>
              <a:ext uri="{FF2B5EF4-FFF2-40B4-BE49-F238E27FC236}">
                <ns2:creationId id="{3F0049CA-30C9-422A-BB95-39D4AA1553A5}"/>
              </a:ext>
            </a:extLst>
          </p:cNvPr>
          <p:cNvSpPr>
            <a:spLocks noGrp="1"/>
          </p:cNvSpPr>
          <p:nvPr/>
        </p:nvSpPr>
        <p:spPr>
          <a:xfrm>
            <a:off x="365760" y="432816"/>
            <a:ext cx="3747135" cy="4800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RAGのセキュリティ設計</a:t>
            </a:r>
          </a:p>
        </p:txBody>
      </p:sp>
      <p:sp>
        <p:nvSpPr>
          <p:cNvPr id="2" name="label-0-line-0">
            <a:extLst>
              <a:ext uri="{FF2B5EF4-FFF2-40B4-BE49-F238E27FC236}">
                <ns2:creationId id="{99369937-B51C-454E-8C26-743920329534}"/>
              </a:ext>
            </a:extLst>
          </p:cNvPr>
          <p:cNvSpPr>
            <a:spLocks noGrp="1"/>
          </p:cNvSpPr>
          <p:nvPr/>
        </p:nvSpPr>
        <p:spPr>
          <a:xfrm>
            <a:off x="365760" y="1450848"/>
            <a:ext cx="1283256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アクセス権</a:t>
            </a:r>
          </a:p>
        </p:txBody>
      </p:sp>
      <p:sp>
        <p:nvSpPr>
          <p:cNvPr id="3" name="item-0-line-0">
            <a:extLst>
              <a:ext uri="{FF2B5EF4-FFF2-40B4-BE49-F238E27FC236}">
                <ns2:creationId id="{C6E574C4-8927-4DC3-8C3E-AF5B6AB99929}"/>
              </a:ext>
            </a:extLst>
          </p:cNvPr>
          <p:cNvSpPr>
            <a:spLocks noGrp="1"/>
          </p:cNvSpPr>
          <p:nvPr/>
        </p:nvSpPr>
        <p:spPr>
          <a:xfrm>
            <a:off x="2377440" y="1438656"/>
            <a:ext cx="336804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利用者に許可された文書だけを検索する</a:t>
            </a:r>
          </a:p>
        </p:txBody>
      </p:sp>
      <p:sp>
        <p:nvSpPr>
          <p:cNvPr id="4" name="row-0-segment-0">
            <a:extLst>
              <a:ext uri="{FF2B5EF4-FFF2-40B4-BE49-F238E27FC236}">
                <ns2:creationId id="{28846A33-0206-41FE-ADA4-F616EEF2F7DE}"/>
              </a:ext>
            </a:extLst>
          </p:cNvPr>
          <p:cNvSpPr>
            <a:spLocks noGrp="1"/>
          </p:cNvSpPr>
          <p:nvPr/>
        </p:nvSpPr>
        <p:spPr>
          <a:xfrm flipV="0">
            <a:off x="365760" y="195072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5" name="label-1-line-0">
            <a:extLst>
              <a:ext uri="{FF2B5EF4-FFF2-40B4-BE49-F238E27FC236}">
                <ns2:creationId id="{F8750E46-3B5A-4940-92C1-ED47D5EB27F7}"/>
              </a:ext>
            </a:extLst>
          </p:cNvPr>
          <p:cNvSpPr>
            <a:spLocks noGrp="1"/>
          </p:cNvSpPr>
          <p:nvPr/>
        </p:nvSpPr>
        <p:spPr>
          <a:xfrm>
            <a:off x="365760" y="212140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信頼境界</a:t>
            </a:r>
          </a:p>
        </p:txBody>
      </p:sp>
      <p:sp>
        <p:nvSpPr>
          <p:cNvPr id="6" name="item-1-line-0">
            <a:extLst>
              <a:ext uri="{FF2B5EF4-FFF2-40B4-BE49-F238E27FC236}">
                <ns2:creationId id="{C76F2340-665D-4F2C-AE2B-E0498FCA06E9}"/>
              </a:ext>
            </a:extLst>
          </p:cNvPr>
          <p:cNvSpPr>
            <a:spLocks noGrp="1"/>
          </p:cNvSpPr>
          <p:nvPr/>
        </p:nvSpPr>
        <p:spPr>
          <a:xfrm>
            <a:off x="2377440" y="2109216"/>
            <a:ext cx="31851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検索文書中の指示を実行命令にしない</a:t>
            </a:r>
          </a:p>
        </p:txBody>
      </p:sp>
      <p:sp>
        <p:nvSpPr>
          <p:cNvPr id="7" name="row-1-segment-0">
            <a:extLst>
              <a:ext uri="{FF2B5EF4-FFF2-40B4-BE49-F238E27FC236}">
                <ns2:creationId id="{7D9DC5FA-7736-450D-BA34-80F0F398EF50}"/>
              </a:ext>
            </a:extLst>
          </p:cNvPr>
          <p:cNvSpPr>
            <a:spLocks noGrp="1"/>
          </p:cNvSpPr>
          <p:nvPr/>
        </p:nvSpPr>
        <p:spPr>
          <a:xfrm flipV="0">
            <a:off x="365760" y="262128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8" name="label-2-line-0">
            <a:extLst>
              <a:ext uri="{FF2B5EF4-FFF2-40B4-BE49-F238E27FC236}">
                <ns2:creationId id="{C8DCAEE0-A0FD-482D-A838-6C141C6D4A3F}"/>
              </a:ext>
            </a:extLst>
          </p:cNvPr>
          <p:cNvSpPr>
            <a:spLocks noGrp="1"/>
          </p:cNvSpPr>
          <p:nvPr/>
        </p:nvSpPr>
        <p:spPr>
          <a:xfrm>
            <a:off x="365760" y="279196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情報保護</a:t>
            </a:r>
          </a:p>
        </p:txBody>
      </p:sp>
      <p:sp>
        <p:nvSpPr>
          <p:cNvPr id="9" name="item-2-line-0">
            <a:extLst>
              <a:ext uri="{FF2B5EF4-FFF2-40B4-BE49-F238E27FC236}">
                <ns2:creationId id="{DC24D945-2D14-4DA1-8A02-6E095CEBAC4F}"/>
              </a:ext>
            </a:extLst>
          </p:cNvPr>
          <p:cNvSpPr>
            <a:spLocks noGrp="1"/>
          </p:cNvSpPr>
          <p:nvPr/>
        </p:nvSpPr>
        <p:spPr>
          <a:xfrm>
            <a:off x="2377440" y="2779776"/>
            <a:ext cx="409956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転送・保存を暗号化し、出力の機密性を確認する</a:t>
            </a:r>
          </a:p>
        </p:txBody>
      </p:sp>
      <p:sp>
        <p:nvSpPr>
          <p:cNvPr id="10" name="row-2-segment-0">
            <a:extLst>
              <a:ext uri="{FF2B5EF4-FFF2-40B4-BE49-F238E27FC236}">
                <ns2:creationId id="{7A5DB71F-AA52-4CAC-843C-36373C184164}"/>
              </a:ext>
            </a:extLst>
          </p:cNvPr>
          <p:cNvSpPr>
            <a:spLocks noGrp="1"/>
          </p:cNvSpPr>
          <p:nvPr/>
        </p:nvSpPr>
        <p:spPr>
          <a:xfrm flipV="0">
            <a:off x="365760" y="329184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11" name="label-3-line-0">
            <a:extLst>
              <a:ext uri="{FF2B5EF4-FFF2-40B4-BE49-F238E27FC236}">
                <ns2:creationId id="{8074B869-16A8-4E82-A684-43CF63D45596}"/>
              </a:ext>
            </a:extLst>
          </p:cNvPr>
          <p:cNvSpPr>
            <a:spLocks noGrp="1"/>
          </p:cNvSpPr>
          <p:nvPr/>
        </p:nvSpPr>
        <p:spPr>
          <a:xfrm>
            <a:off x="365760" y="3462528"/>
            <a:ext cx="10515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取り込み</a:t>
            </a:r>
          </a:p>
        </p:txBody>
      </p:sp>
      <p:sp>
        <p:nvSpPr>
          <p:cNvPr id="12" name="item-3-line-0">
            <a:extLst>
              <a:ext uri="{FF2B5EF4-FFF2-40B4-BE49-F238E27FC236}">
                <ns2:creationId id="{81319865-5FE2-47C3-8764-DE86DF6D23E5}"/>
              </a:ext>
            </a:extLst>
          </p:cNvPr>
          <p:cNvSpPr>
            <a:spLocks noGrp="1"/>
          </p:cNvSpPr>
          <p:nvPr/>
        </p:nvSpPr>
        <p:spPr>
          <a:xfrm>
            <a:off x="2377440" y="3450336"/>
            <a:ext cx="336804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悪意ある文書を検査し、出典を追跡する</a:t>
            </a:r>
          </a:p>
        </p:txBody>
      </p:sp>
      <p:sp>
        <p:nvSpPr>
          <p:cNvPr id="13" name="row-3-segment-0">
            <a:extLst>
              <a:ext uri="{FF2B5EF4-FFF2-40B4-BE49-F238E27FC236}">
                <ns2:creationId id="{C7B950D2-3416-44B4-9E68-09F49FD83998}"/>
              </a:ext>
            </a:extLst>
          </p:cNvPr>
          <p:cNvSpPr>
            <a:spLocks noGrp="1"/>
          </p:cNvSpPr>
          <p:nvPr/>
        </p:nvSpPr>
        <p:spPr>
          <a:xfrm flipV="0">
            <a:off x="365760" y="396240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14" name="label-4-line-0">
            <a:extLst>
              <a:ext uri="{FF2B5EF4-FFF2-40B4-BE49-F238E27FC236}">
                <ns2:creationId id="{71FD2329-8F21-4C2C-844D-6A8E5D2118A6}"/>
              </a:ext>
            </a:extLst>
          </p:cNvPr>
          <p:cNvSpPr>
            <a:spLocks noGrp="1"/>
          </p:cNvSpPr>
          <p:nvPr/>
        </p:nvSpPr>
        <p:spPr>
          <a:xfrm>
            <a:off x="365760" y="4133088"/>
            <a:ext cx="56388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監査</a:t>
            </a:r>
          </a:p>
        </p:txBody>
      </p:sp>
      <p:sp>
        <p:nvSpPr>
          <p:cNvPr id="15" name="item-4-line-0">
            <a:extLst>
              <a:ext uri="{FF2B5EF4-FFF2-40B4-BE49-F238E27FC236}">
                <ns2:creationId id="{754B00AE-C331-4AA6-BD63-6620B42FC0CE}"/>
              </a:ext>
            </a:extLst>
          </p:cNvPr>
          <p:cNvSpPr>
            <a:spLocks noGrp="1"/>
          </p:cNvSpPr>
          <p:nvPr/>
        </p:nvSpPr>
        <p:spPr>
          <a:xfrm>
            <a:off x="2377440" y="4120896"/>
            <a:ext cx="483108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質問・ログの保存範囲を定め、権限と保持期限を管理する</a:t>
            </a:r>
          </a:p>
        </p:txBody>
      </p:sp>
      <p:sp>
        <p:nvSpPr>
          <p:cNvPr id="16" name="reference-line-0">
            <a:extLst>
              <a:ext uri="{FF2B5EF4-FFF2-40B4-BE49-F238E27FC236}">
                <ns2:creationId id="{45FFC033-6DFF-4A5A-B3CA-14AAF07F1246}"/>
              </a:ext>
            </a:extLst>
          </p:cNvPr>
          <p:cNvSpPr>
            <a:spLocks noGrp="1"/>
          </p:cNvSpPr>
          <p:nvPr/>
        </p:nvSpPr>
        <p:spPr>
          <a:xfrm>
            <a:off x="365760" y="6126480"/>
            <a:ext cx="2216825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作成原資料 / AWS RAG安全設計</a:t>
            </a:r>
          </a:p>
        </p:txBody>
      </p:sp>
      <p:sp>
        <p:nvSpPr>
          <p:cNvPr id="17" name="page-line-0">
            <a:extLst>
              <a:ext uri="{FF2B5EF4-FFF2-40B4-BE49-F238E27FC236}">
                <ns2:creationId id="{7FDC5F6C-B34B-4B98-A849-94FD1B3BCC14}"/>
              </a:ext>
            </a:extLst>
          </p:cNvPr>
          <p:cNvSpPr>
            <a:spLocks noGrp="1"/>
          </p:cNvSpPr>
          <p:nvPr/>
        </p:nvSpPr>
        <p:spPr>
          <a:xfrm>
            <a:off x="11216640" y="6126480"/>
            <a:ext cx="160853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</p:spTree>
    <p:extLst>
      <p:ext uri="{BB962C8B-B14F-4D97-AF65-F5344CB8AC3E}">
        <ns3:creationId val="325788961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aphicFrame>
        <p:nvGraphicFramePr>
          <p:cNvPr id="10" name=""/>
          <p:cNvGraphicFramePr/>
          <p:nvPr/>
        </p:nvGraphicFramePr>
        <p:xfrm>
          <a:off x="365760" y="1280160"/>
          <a:ext cx="11460480" cy="3352800"/>
        </p:xfrm>
        <a:graphic>
          <a:graphicData uri="http://schemas.openxmlformats.org/drawingml/2006/table">
            <a:tbl>
              <a:tblPr firstRow="0" bandRow="0" bandCol="0"/>
              <a:tblGrid>
                <a:gridCol w="3820160"/>
                <a:gridCol w="3820160"/>
                <a:gridCol w="3820160"/>
              </a:tblGrid>
              <a:tr h="60960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92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観測点</a:t>
                      </a:r>
                    </a:p>
                  </a:txBody>
                  <a:tcPr marL="121920" marR="121920" marT="170688" marB="73152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92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見る情報</a:t>
                      </a:r>
                    </a:p>
                  </a:txBody>
                  <a:tcPr marL="121920" marR="121920" marT="170688" marB="73152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92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改善につなげる確認</a:t>
                      </a:r>
                    </a:p>
                  </a:txBody>
                  <a:tcPr marL="121920" marR="121920" marT="170688" marB="73152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取り込み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失敗・最終同期時刻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更新漏れと抽出結果を確認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検索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検索結果・参照文書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根拠の欠落と権限を確認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根拠との一致・評価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検索と生成の問題を分ける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性能・費用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遅延・利用量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処理区間ごとに計測する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データ管理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文書の版・削除状況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40" b="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索引と元資料の対応を追う</a:t>
                      </a:r>
                    </a:p>
                  </a:txBody>
                  <a:tcPr marL="121920" marR="121920" marT="158496" marB="85344" anchor="t" horzOverflow="clip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heading-line-0">
            <a:extLst>
              <a:ext uri="{FF2B5EF4-FFF2-40B4-BE49-F238E27FC236}">
                <ns2:creationId id="{C233D54F-4732-4B43-AFB7-0EF7E7D90701}"/>
              </a:ext>
            </a:extLst>
          </p:cNvPr>
          <p:cNvSpPr>
            <a:spLocks noGrp="1"/>
          </p:cNvSpPr>
          <p:nvPr/>
        </p:nvSpPr>
        <p:spPr>
          <a:xfrm>
            <a:off x="365760" y="432816"/>
            <a:ext cx="2426137" cy="4800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RAGの運用監視</a:t>
            </a:r>
          </a:p>
        </p:txBody>
      </p:sp>
      <p:sp>
        <p:nvSpPr>
          <p:cNvPr id="3" name="table-row-0-segment-0">
            <a:extLst>
              <a:ext uri="{FF2B5EF4-FFF2-40B4-BE49-F238E27FC236}">
                <ns2:creationId id="{A7971F47-A2F8-4B15-81D7-2B38EF579CA6}"/>
              </a:ext>
            </a:extLst>
          </p:cNvPr>
          <p:cNvSpPr>
            <a:spLocks noGrp="1"/>
          </p:cNvSpPr>
          <p:nvPr/>
        </p:nvSpPr>
        <p:spPr>
          <a:xfrm flipV="0">
            <a:off x="365760" y="243840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4" name="table-row-1-segment-0">
            <a:extLst>
              <a:ext uri="{FF2B5EF4-FFF2-40B4-BE49-F238E27FC236}">
                <ns2:creationId id="{DC5096BE-845C-4763-839A-F25319ACD2AD}"/>
              </a:ext>
            </a:extLst>
          </p:cNvPr>
          <p:cNvSpPr>
            <a:spLocks noGrp="1"/>
          </p:cNvSpPr>
          <p:nvPr/>
        </p:nvSpPr>
        <p:spPr>
          <a:xfrm flipV="0">
            <a:off x="365760" y="298704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5" name="table-row-2-segment-0">
            <a:extLst>
              <a:ext uri="{FF2B5EF4-FFF2-40B4-BE49-F238E27FC236}">
                <ns2:creationId id="{6B716682-5A1C-401B-A30B-D1BB4B44463A}"/>
              </a:ext>
            </a:extLst>
          </p:cNvPr>
          <p:cNvSpPr>
            <a:spLocks noGrp="1"/>
          </p:cNvSpPr>
          <p:nvPr/>
        </p:nvSpPr>
        <p:spPr>
          <a:xfrm flipV="0">
            <a:off x="365760" y="353568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6" name="table-row-3-segment-0">
            <a:extLst>
              <a:ext uri="{FF2B5EF4-FFF2-40B4-BE49-F238E27FC236}">
                <ns2:creationId id="{E0FB8F1F-C7FC-46A5-A8A4-A9E0F4138791}"/>
              </a:ext>
            </a:extLst>
          </p:cNvPr>
          <p:cNvSpPr>
            <a:spLocks noGrp="1"/>
          </p:cNvSpPr>
          <p:nvPr/>
        </p:nvSpPr>
        <p:spPr>
          <a:xfrm flipV="0">
            <a:off x="365760" y="408432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7" name="table-row-4-segment-0">
            <a:extLst>
              <a:ext uri="{FF2B5EF4-FFF2-40B4-BE49-F238E27FC236}">
                <ns2:creationId id="{032D2E3C-6AFE-451E-98CB-136A5698DF77}"/>
              </a:ext>
            </a:extLst>
          </p:cNvPr>
          <p:cNvSpPr>
            <a:spLocks noGrp="1"/>
          </p:cNvSpPr>
          <p:nvPr/>
        </p:nvSpPr>
        <p:spPr>
          <a:xfrm flipV="0">
            <a:off x="365760" y="4632960"/>
            <a:ext cx="11460480" cy="0"/>
          </a:xfrm>
          <a:prstGeom prst="line">
            <a:avLst/>
          </a:prstGeom>
          <a:noFill/>
          <a:ln w="7620">
            <a:solidFill>
              <a:srgbClr val="777777"/>
            </a:solidFill>
          </a:ln>
        </p:spPr>
      </p:sp>
      <p:sp>
        <p:nvSpPr>
          <p:cNvPr id="8" name="reference-line-0">
            <a:extLst>
              <a:ext uri="{FF2B5EF4-FFF2-40B4-BE49-F238E27FC236}">
                <ns2:creationId id="{F8C839A7-C72F-4C5D-804F-CF395B648EE4}"/>
              </a:ext>
            </a:extLst>
          </p:cNvPr>
          <p:cNvSpPr>
            <a:spLocks noGrp="1"/>
          </p:cNvSpPr>
          <p:nvPr/>
        </p:nvSpPr>
        <p:spPr>
          <a:xfrm>
            <a:off x="365760" y="6126480"/>
            <a:ext cx="3290649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作成原資料 / AWS RAG評価 / AWS RAG安全設計</a:t>
            </a:r>
          </a:p>
        </p:txBody>
      </p:sp>
      <p:sp>
        <p:nvSpPr>
          <p:cNvPr id="9" name="page-line-0">
            <a:extLst>
              <a:ext uri="{FF2B5EF4-FFF2-40B4-BE49-F238E27FC236}">
                <ns2:creationId id="{5EA06D6F-2FF5-4367-84A9-DE9324E379C3}"/>
              </a:ext>
            </a:extLst>
          </p:cNvPr>
          <p:cNvSpPr>
            <a:spLocks noGrp="1"/>
          </p:cNvSpPr>
          <p:nvPr/>
        </p:nvSpPr>
        <p:spPr>
          <a:xfrm>
            <a:off x="11216640" y="6126480"/>
            <a:ext cx="160853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</p:spTree>
    <p:extLst>
      <p:ext uri="{BB962C8B-B14F-4D97-AF65-F5344CB8AC3E}">
        <ns3:creationId val="1994260989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heading-line-0">
            <a:extLst>
              <a:ext uri="{FF2B5EF4-FFF2-40B4-BE49-F238E27FC236}">
                <ns2:creationId id="{2C0E4CB9-F5BA-424F-9808-D3FFEDEF989F}"/>
              </a:ext>
            </a:extLst>
          </p:cNvPr>
          <p:cNvSpPr>
            <a:spLocks noGrp="1"/>
          </p:cNvSpPr>
          <p:nvPr/>
        </p:nvSpPr>
        <p:spPr>
          <a:xfrm>
            <a:off x="365760" y="432816"/>
            <a:ext cx="4437817" cy="4800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64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RAG導入で先に確認すること</a:t>
            </a:r>
          </a:p>
        </p:txBody>
      </p:sp>
      <p:sp>
        <p:nvSpPr>
          <p:cNvPr id="2" name="index-0-line-0">
            <a:extLst>
              <a:ext uri="{FF2B5EF4-FFF2-40B4-BE49-F238E27FC236}">
                <ns2:creationId id="{ED0DDA66-2520-4520-901F-2577613BF29B}"/>
              </a:ext>
            </a:extLst>
          </p:cNvPr>
          <p:cNvSpPr>
            <a:spLocks noGrp="1"/>
          </p:cNvSpPr>
          <p:nvPr/>
        </p:nvSpPr>
        <p:spPr>
          <a:xfrm>
            <a:off x="365760" y="1432560"/>
            <a:ext cx="245507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3" name="item-0-line-0">
            <a:extLst>
              <a:ext uri="{FF2B5EF4-FFF2-40B4-BE49-F238E27FC236}">
                <ns2:creationId id="{330C6A37-621F-4C56-BFBC-A189D7A0D1A8}"/>
              </a:ext>
            </a:extLst>
          </p:cNvPr>
          <p:cNvSpPr>
            <a:spLocks noGrp="1"/>
          </p:cNvSpPr>
          <p:nvPr/>
        </p:nvSpPr>
        <p:spPr>
          <a:xfrm>
            <a:off x="975360" y="1450848"/>
            <a:ext cx="397764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根拠文書・権限・更新方法を決める</a:t>
            </a:r>
          </a:p>
        </p:txBody>
      </p:sp>
      <p:sp>
        <p:nvSpPr>
          <p:cNvPr id="4" name="index-1-line-0">
            <a:extLst>
              <a:ext uri="{FF2B5EF4-FFF2-40B4-BE49-F238E27FC236}">
                <ns2:creationId id="{46A1F99B-5DC8-46D0-BC65-8C2B640DE16B}"/>
              </a:ext>
            </a:extLst>
          </p:cNvPr>
          <p:cNvSpPr>
            <a:spLocks noGrp="1"/>
          </p:cNvSpPr>
          <p:nvPr/>
        </p:nvSpPr>
        <p:spPr>
          <a:xfrm>
            <a:off x="365760" y="2225040"/>
            <a:ext cx="245507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5" name="item-1-line-0">
            <a:extLst>
              <a:ext uri="{FF2B5EF4-FFF2-40B4-BE49-F238E27FC236}">
                <ns2:creationId id="{B76B27AC-7313-4F88-87B1-FCFE19E8F010}"/>
              </a:ext>
            </a:extLst>
          </p:cNvPr>
          <p:cNvSpPr>
            <a:spLocks noGrp="1"/>
          </p:cNvSpPr>
          <p:nvPr/>
        </p:nvSpPr>
        <p:spPr>
          <a:xfrm>
            <a:off x="975360" y="2243328"/>
            <a:ext cx="324612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検索と回答を別々に評価する</a:t>
            </a:r>
          </a:p>
        </p:txBody>
      </p:sp>
      <p:sp>
        <p:nvSpPr>
          <p:cNvPr id="6" name="index-2-line-0">
            <a:extLst>
              <a:ext uri="{FF2B5EF4-FFF2-40B4-BE49-F238E27FC236}">
                <ns2:creationId id="{349CD075-31B9-4181-A78E-9A487BA28B01}"/>
              </a:ext>
            </a:extLst>
          </p:cNvPr>
          <p:cNvSpPr>
            <a:spLocks noGrp="1"/>
          </p:cNvSpPr>
          <p:nvPr/>
        </p:nvSpPr>
        <p:spPr>
          <a:xfrm>
            <a:off x="365760" y="3017520"/>
            <a:ext cx="245507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7" name="item-2-line-0">
            <a:extLst>
              <a:ext uri="{FF2B5EF4-FFF2-40B4-BE49-F238E27FC236}">
                <ns2:creationId id="{5C7FDA8C-88D4-4F30-BD65-9522DA229961}"/>
              </a:ext>
            </a:extLst>
          </p:cNvPr>
          <p:cNvSpPr>
            <a:spLocks noGrp="1"/>
          </p:cNvSpPr>
          <p:nvPr/>
        </p:nvSpPr>
        <p:spPr>
          <a:xfrm>
            <a:off x="975360" y="3035808"/>
            <a:ext cx="3489960" cy="3657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2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出典を追跡し、機密情報を守る</a:t>
            </a:r>
          </a:p>
        </p:txBody>
      </p:sp>
      <p:sp>
        <p:nvSpPr>
          <p:cNvPr id="8" name="action-group">
            <a:extLst>
              <a:ext uri="{FF2B5EF4-FFF2-40B4-BE49-F238E27FC236}">
                <ns2:creationId id="{432CDA88-A7CF-47FE-8A65-013986F7D41C}"/>
              </a:ext>
            </a:extLst>
          </p:cNvPr>
          <p:cNvSpPr>
            <a:spLocks noGrp="1"/>
          </p:cNvSpPr>
          <p:nvPr/>
        </p:nvSpPr>
        <p:spPr>
          <a:xfrm>
            <a:off x="365760" y="4572000"/>
            <a:ext cx="11460480" cy="12192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7620">
            <a:noFill/>
          </a:ln>
        </p:spPr>
      </p:sp>
      <p:sp>
        <p:nvSpPr>
          <p:cNvPr id="9" name="action-label-line-0">
            <a:extLst>
              <a:ext uri="{FF2B5EF4-FFF2-40B4-BE49-F238E27FC236}">
                <ns2:creationId id="{D29F6ACE-B624-44B2-87FE-2871AEB3FFB3}"/>
              </a:ext>
            </a:extLst>
          </p:cNvPr>
          <p:cNvSpPr>
            <a:spLocks noGrp="1"/>
          </p:cNvSpPr>
          <p:nvPr/>
        </p:nvSpPr>
        <p:spPr>
          <a:xfrm>
            <a:off x="487680" y="4724400"/>
            <a:ext cx="685800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次の行動</a:t>
            </a:r>
          </a:p>
        </p:txBody>
      </p:sp>
      <p:sp>
        <p:nvSpPr>
          <p:cNvPr id="10" name="action-line-0">
            <a:extLst>
              <a:ext uri="{FF2B5EF4-FFF2-40B4-BE49-F238E27FC236}">
                <ns2:creationId id="{BFFD2949-2317-4A60-9DAD-2CD9DC074A92}"/>
              </a:ext>
            </a:extLst>
          </p:cNvPr>
          <p:cNvSpPr>
            <a:spLocks noGrp="1"/>
          </p:cNvSpPr>
          <p:nvPr/>
        </p:nvSpPr>
        <p:spPr>
          <a:xfrm>
            <a:off x="487680" y="5035296"/>
            <a:ext cx="4648200" cy="2971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44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小さな質問集合で根拠と回答を確認し、改善を重ねる。</a:t>
            </a:r>
          </a:p>
        </p:txBody>
      </p:sp>
      <p:sp>
        <p:nvSpPr>
          <p:cNvPr id="11" name="reference-line-0">
            <a:extLst>
              <a:ext uri="{FF2B5EF4-FFF2-40B4-BE49-F238E27FC236}">
                <ns2:creationId id="{98376BFD-9CF8-4A17-BC11-927BB272B13F}"/>
              </a:ext>
            </a:extLst>
          </p:cNvPr>
          <p:cNvSpPr>
            <a:spLocks noGrp="1"/>
          </p:cNvSpPr>
          <p:nvPr/>
        </p:nvSpPr>
        <p:spPr>
          <a:xfrm>
            <a:off x="365760" y="6126480"/>
            <a:ext cx="4364355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作成原資料 / AWS RAG概説 / AWS RAG評価 / AWS RAG安全設計</a:t>
            </a:r>
          </a:p>
        </p:txBody>
      </p:sp>
      <p:sp>
        <p:nvSpPr>
          <p:cNvPr id="12" name="page-line-0">
            <a:extLst>
              <a:ext uri="{FF2B5EF4-FFF2-40B4-BE49-F238E27FC236}">
                <ns2:creationId id="{8A1933C0-3C7F-4FFA-A5D6-E7EE7144793C}"/>
              </a:ext>
            </a:extLst>
          </p:cNvPr>
          <p:cNvSpPr>
            <a:spLocks noGrp="1"/>
          </p:cNvSpPr>
          <p:nvPr/>
        </p:nvSpPr>
        <p:spPr>
          <a:xfrm>
            <a:off x="11216640" y="6126480"/>
            <a:ext cx="160853" cy="25908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</p:spTree>
    <p:extLst>
      <p:ext uri="{BB962C8B-B14F-4D97-AF65-F5344CB8AC3E}">
        <ns3:creationId val="963231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2026-10-09T13:13:59.9250000Z</dcterms:created>
  <dcterms:modified xsi:type="dcterms:W3CDTF">2026-10-09T13:13:59.9250000Z</dcterms:modified>
</coreProperties>
</file>